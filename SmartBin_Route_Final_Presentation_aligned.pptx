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18"/>
  </p:notesMasterIdLst>
  <p:handoutMasterIdLst>
    <p:handoutMasterId r:id="rId19"/>
  </p:handoutMasterIdLst>
  <p:sldIdLst>
    <p:sldId id="2147482664" r:id="rId6"/>
    <p:sldId id="350" r:id="rId7"/>
    <p:sldId id="295" r:id="rId8"/>
    <p:sldId id="2147482655" r:id="rId9"/>
    <p:sldId id="2147482657" r:id="rId10"/>
    <p:sldId id="2147482658" r:id="rId11"/>
    <p:sldId id="2147482659" r:id="rId12"/>
    <p:sldId id="2147482660" r:id="rId13"/>
    <p:sldId id="2147482656" r:id="rId14"/>
    <p:sldId id="2147482662" r:id="rId15"/>
    <p:sldId id="2147482663" r:id="rId16"/>
    <p:sldId id="262" r:id="rId17"/>
  </p:sldIdLst>
  <p:sldSz cx="12192000" cy="6858000"/>
  <p:notesSz cx="6858000" cy="9144000"/>
  <p:defaultTextStyle>
    <a:defPPr>
      <a:defRPr lang="de-DE"/>
    </a:defPPr>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defaultTextStyle>
  <p:extLst>
    <p:ext uri="{521415D9-36F7-43E2-AB2F-B90AF26B5E84}">
      <p14:sectionLst xmlns:p14="http://schemas.microsoft.com/office/powerpoint/2010/main">
        <p14:section name="Hackathon Presentation" id="{E45C5319-8C0D-42C0-AD16-035793377066}">
          <p14:sldIdLst>
            <p14:sldId id="2147482664"/>
            <p14:sldId id="350"/>
            <p14:sldId id="295"/>
            <p14:sldId id="2147482655"/>
            <p14:sldId id="2147482657"/>
            <p14:sldId id="2147482658"/>
            <p14:sldId id="2147482659"/>
            <p14:sldId id="2147482660"/>
            <p14:sldId id="2147482656"/>
            <p14:sldId id="2147482662"/>
            <p14:sldId id="2147482663"/>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6DC3F1-841A-020E-DAAE-AEDEFD912BDB}" v="72" dt="2026-09-16T10:12:44.219"/>
    <p1510:client id="{53600E52-C215-DCFD-8A1C-3DB5967F90BB}" v="12" dt="2026-09-17T11:22:02.222"/>
  </p1510:revLst>
</p1510:revInfo>
</file>

<file path=ppt/tableStyles.xml><?xml version="1.0" encoding="utf-8"?>
<a:tblStyleLst xmlns:a="http://schemas.openxmlformats.org/drawingml/2006/main" def="{C6334807-E537-4099-9411-48B81318F7D4}">
  <a:tblStyle styleId="{C6334807-E537-4099-9411-48B81318F7D4}" styleName="QNX Table - Light">
    <a:wholeTbl>
      <a:tcTxStyle>
        <a:fontRef idx="minor">
          <a:prstClr val="black"/>
        </a:fontRef>
        <a:schemeClr val="dk1"/>
      </a:tcTxStyle>
      <a:tcStyle>
        <a:tcBdr>
          <a:left>
            <a:ln>
              <a:noFill/>
            </a:ln>
          </a:left>
          <a:right>
            <a:ln>
              <a:noFill/>
            </a:ln>
          </a:right>
          <a:top>
            <a:ln>
              <a:noFill/>
            </a:ln>
          </a:top>
          <a:bottom>
            <a:ln>
              <a:noFill/>
            </a:ln>
          </a:bottom>
          <a:insideH>
            <a:ln w="6350" cmpd="sng">
              <a:solidFill>
                <a:srgbClr val="C0C0BB"/>
              </a:solidFill>
            </a:ln>
          </a:insideH>
          <a:insideV>
            <a:ln>
              <a:noFill/>
            </a:ln>
          </a:insideV>
        </a:tcBdr>
        <a:fill>
          <a:noFill/>
        </a:fill>
      </a:tcStyle>
    </a:wholeTbl>
    <a:band1H>
      <a:tcStyle>
        <a:tcBdr>
          <a:left>
            <a:ln>
              <a:noFill/>
            </a:ln>
          </a:left>
          <a:right>
            <a:ln>
              <a:noFill/>
            </a:ln>
          </a:right>
          <a:top>
            <a:ln>
              <a:noFill/>
            </a:ln>
          </a:top>
          <a:bottom>
            <a:ln>
              <a:noFill/>
            </a:ln>
          </a:bottom>
          <a:insideH>
            <a:ln w="6350" cmpd="sng">
              <a:solidFill>
                <a:schemeClr val="lt1"/>
              </a:solidFill>
            </a:ln>
          </a:insideH>
        </a:tcBdr>
        <a:fill>
          <a:solidFill>
            <a:schemeClr val="dk2"/>
          </a:solidFill>
        </a:fill>
      </a:tcStyle>
    </a:band1H>
    <a:band2H>
      <a:tcStyle>
        <a:tcBdr/>
        <a:fill>
          <a:noFill/>
        </a:fill>
      </a:tcStyle>
    </a:band2H>
    <a:band1V>
      <a:tcStyle>
        <a:tcBdr>
          <a:left>
            <a:ln>
              <a:noFill/>
            </a:ln>
          </a:left>
          <a:right>
            <a:ln>
              <a:noFill/>
            </a:ln>
          </a:right>
          <a:top>
            <a:ln>
              <a:noFill/>
            </a:ln>
          </a:top>
          <a:bottom>
            <a:ln>
              <a:noFill/>
            </a:ln>
          </a:bottom>
          <a:insideH>
            <a:ln w="6350" cmpd="sng">
              <a:solidFill>
                <a:schemeClr val="lt1"/>
              </a:solidFill>
            </a:ln>
          </a:insideH>
        </a:tcBdr>
        <a:fill>
          <a:solidFill>
            <a:schemeClr val="dk2"/>
          </a:solidFill>
        </a:fill>
      </a:tcStyle>
    </a:band1V>
    <a:band2V>
      <a:tcStyle>
        <a:tcBdr/>
      </a:tcStyle>
    </a:band2V>
    <a:firstCol>
      <a:tcTxStyle/>
      <a:tcStyle>
        <a:tcBdr/>
      </a:tcStyle>
    </a:firstCol>
    <a:lastRow>
      <a:tcTxStyle>
        <a:fontRef idx="major">
          <a:prstClr val="black"/>
        </a:fontRef>
        <a:schemeClr val="dk1"/>
      </a:tcTxStyle>
      <a:tcStyle>
        <a:tcBdr>
          <a:top>
            <a:ln w="12700" cmpd="sng">
              <a:solidFill>
                <a:schemeClr val="dk1"/>
              </a:solidFill>
            </a:ln>
          </a:top>
        </a:tcBdr>
      </a:tcStyle>
    </a:lastRow>
    <a:firstRow>
      <a:tcTxStyle>
        <a:fontRef idx="major">
          <a:prstClr val="black"/>
        </a:fontRef>
        <a:schemeClr val="dk1"/>
      </a:tcTxStyle>
      <a:tcStyle>
        <a:tcBdr>
          <a:bottom>
            <a:ln w="12700" cmpd="sng">
              <a:solidFill>
                <a:schemeClr val="dk1"/>
              </a:solidFill>
            </a:ln>
          </a:bottom>
        </a:tcBdr>
      </a:tcStyle>
    </a:firstRow>
  </a:tblStyle>
  <a:tblStyle styleId="{963D177F-057A-4F7D-8082-B162180BF664}" styleName="QNX Table - Dark">
    <a:wholeTbl>
      <a:tcTxStyle>
        <a:fontRef idx="minor">
          <a:prstClr val="black"/>
        </a:fontRef>
        <a:schemeClr val="dk1"/>
      </a:tcTxStyle>
      <a:tcStyle>
        <a:tcBdr>
          <a:left>
            <a:ln>
              <a:noFill/>
            </a:ln>
          </a:left>
          <a:right>
            <a:ln>
              <a:noFill/>
            </a:ln>
          </a:right>
          <a:top>
            <a:ln>
              <a:noFill/>
            </a:ln>
          </a:top>
          <a:bottom>
            <a:ln>
              <a:noFill/>
            </a:ln>
          </a:bottom>
          <a:insideH>
            <a:ln w="6350" cmpd="sng">
              <a:solidFill>
                <a:srgbClr val="C0C0BB"/>
              </a:solidFill>
            </a:ln>
          </a:insideH>
          <a:insideV>
            <a:ln>
              <a:noFill/>
            </a:ln>
          </a:insideV>
        </a:tcBdr>
        <a:fill>
          <a:noFill/>
        </a:fill>
      </a:tcStyle>
    </a:wholeTbl>
    <a:band1H>
      <a:tcStyle>
        <a:tcBdr>
          <a:left>
            <a:ln>
              <a:noFill/>
            </a:ln>
          </a:left>
          <a:right>
            <a:ln>
              <a:noFill/>
            </a:ln>
          </a:right>
          <a:top>
            <a:ln>
              <a:noFill/>
            </a:ln>
          </a:top>
          <a:bottom>
            <a:ln>
              <a:noFill/>
            </a:ln>
          </a:bottom>
          <a:insideH>
            <a:ln w="6350" cmpd="sng">
              <a:solidFill>
                <a:schemeClr val="lt1"/>
              </a:solidFill>
            </a:ln>
          </a:insideH>
        </a:tcBdr>
        <a:fill>
          <a:solidFill>
            <a:srgbClr val="2F2F2D"/>
          </a:solidFill>
        </a:fill>
      </a:tcStyle>
    </a:band1H>
    <a:band2H>
      <a:tcStyle>
        <a:tcBdr/>
        <a:fill>
          <a:noFill/>
        </a:fill>
      </a:tcStyle>
    </a:band2H>
    <a:band1V>
      <a:tcStyle>
        <a:tcBdr>
          <a:left>
            <a:ln>
              <a:noFill/>
            </a:ln>
          </a:left>
          <a:right>
            <a:ln>
              <a:noFill/>
            </a:ln>
          </a:right>
          <a:top>
            <a:ln>
              <a:noFill/>
            </a:ln>
          </a:top>
          <a:bottom>
            <a:ln>
              <a:noFill/>
            </a:ln>
          </a:bottom>
          <a:insideH>
            <a:ln w="6350" cmpd="sng">
              <a:solidFill>
                <a:schemeClr val="lt1"/>
              </a:solidFill>
            </a:ln>
          </a:insideH>
        </a:tcBdr>
        <a:fill>
          <a:solidFill>
            <a:srgbClr val="2F2F2D"/>
          </a:solidFill>
        </a:fill>
      </a:tcStyle>
    </a:band1V>
    <a:band2V>
      <a:tcStyle>
        <a:tcBdr/>
      </a:tcStyle>
    </a:band2V>
    <a:firstCol>
      <a:tcTxStyle/>
      <a:tcStyle>
        <a:tcBdr/>
      </a:tcStyle>
    </a:firstCol>
    <a:lastRow>
      <a:tcTxStyle>
        <a:fontRef idx="major">
          <a:prstClr val="black"/>
        </a:fontRef>
        <a:schemeClr val="dk1"/>
      </a:tcTxStyle>
      <a:tcStyle>
        <a:tcBdr>
          <a:top>
            <a:ln w="12700" cmpd="sng">
              <a:solidFill>
                <a:schemeClr val="dk1"/>
              </a:solidFill>
            </a:ln>
          </a:top>
        </a:tcBdr>
      </a:tcStyle>
    </a:lastRow>
    <a:firstRow>
      <a:tcTxStyle>
        <a:fontRef idx="major">
          <a:prstClr val="black"/>
        </a:fontRef>
        <a:schemeClr val="dk1"/>
      </a:tcTxStyle>
      <a:tcStyle>
        <a:tcBdr>
          <a:bottom>
            <a:ln w="12700" cmpd="sng">
              <a:solidFill>
                <a:schemeClr val="dk1"/>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p:cNvSpPr>
            <a:spLocks noGrp="1"/>
          </p:cNvSpPr>
          <p:nvPr>
            <p:ph type="dt" sz="quarter" idx="1"/>
          </p:nvPr>
        </p:nvSpPr>
        <p:spPr>
          <a:xfrm>
            <a:off x="5229280" y="8676456"/>
            <a:ext cx="720000" cy="216000"/>
          </a:xfrm>
          <a:prstGeom prst="rect">
            <a:avLst/>
          </a:prstGeom>
        </p:spPr>
        <p:txBody>
          <a:bodyPr vert="horz" lIns="0" tIns="0" rIns="0" bIns="0" rtlCol="0" anchor="ctr"/>
          <a:lstStyle>
            <a:lvl1pPr algn="r">
              <a:defRPr sz="1200"/>
            </a:lvl1pPr>
          </a:lstStyle>
          <a:p>
            <a:fld id="{5320D358-F853-4E66-A71E-3A9A01236113}" type="datetimeFigureOut">
              <a:rPr lang="de-DE" sz="800" smtClean="0"/>
              <a:t>09.10.2026</a:t>
            </a:fld>
            <a:endParaRPr lang="de-DE" sz="800"/>
          </a:p>
        </p:txBody>
      </p:sp>
      <p:sp>
        <p:nvSpPr>
          <p:cNvPr id="4" name="Fußzeilenplatzhalter 3"/>
          <p:cNvSpPr>
            <a:spLocks noGrp="1"/>
          </p:cNvSpPr>
          <p:nvPr>
            <p:ph type="ftr" sz="quarter" idx="2"/>
          </p:nvPr>
        </p:nvSpPr>
        <p:spPr>
          <a:xfrm>
            <a:off x="477192" y="8676456"/>
            <a:ext cx="4680000" cy="216000"/>
          </a:xfrm>
          <a:prstGeom prst="rect">
            <a:avLst/>
          </a:prstGeom>
        </p:spPr>
        <p:txBody>
          <a:bodyPr vert="horz" lIns="0" tIns="0" rIns="0" bIns="0" rtlCol="0" anchor="ctr"/>
          <a:lstStyle>
            <a:lvl1pPr algn="l">
              <a:defRPr sz="1200"/>
            </a:lvl1pPr>
          </a:lstStyle>
          <a:p>
            <a:pPr algn="r"/>
            <a:endParaRPr lang="de-DE" sz="800"/>
          </a:p>
        </p:txBody>
      </p:sp>
      <p:sp>
        <p:nvSpPr>
          <p:cNvPr id="5" name="Foliennummernplatzhalter 4"/>
          <p:cNvSpPr>
            <a:spLocks noGrp="1"/>
          </p:cNvSpPr>
          <p:nvPr>
            <p:ph type="sldNum" sz="quarter" idx="3"/>
          </p:nvPr>
        </p:nvSpPr>
        <p:spPr>
          <a:xfrm>
            <a:off x="6021328" y="8676456"/>
            <a:ext cx="360000" cy="216000"/>
          </a:xfrm>
          <a:prstGeom prst="rect">
            <a:avLst/>
          </a:prstGeom>
        </p:spPr>
        <p:txBody>
          <a:bodyPr vert="horz" lIns="0" tIns="0" rIns="0" bIns="0" rtlCol="0" anchor="ctr"/>
          <a:lstStyle>
            <a:lvl1pPr algn="r">
              <a:defRPr sz="1200"/>
            </a:lvl1pPr>
          </a:lstStyle>
          <a:p>
            <a:fld id="{E5BBCCF6-F8A8-4C49-BF3D-CA1AA74CA975}" type="slidenum">
              <a:rPr lang="de-DE" sz="800" smtClean="0"/>
              <a:t>‹#›</a:t>
            </a:fld>
            <a:endParaRPr lang="de-DE" sz="800"/>
          </a:p>
        </p:txBody>
      </p:sp>
    </p:spTree>
    <p:extLst>
      <p:ext uri="{BB962C8B-B14F-4D97-AF65-F5344CB8AC3E}">
        <p14:creationId xmlns:p14="http://schemas.microsoft.com/office/powerpoint/2010/main" val="314386119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476672" y="611560"/>
            <a:ext cx="5904000" cy="3321000"/>
          </a:xfrm>
          <a:prstGeom prst="rect">
            <a:avLst/>
          </a:prstGeom>
          <a:noFill/>
          <a:ln w="6350">
            <a:solidFill>
              <a:schemeClr val="accent6"/>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476672" y="4139952"/>
            <a:ext cx="5904000" cy="4320000"/>
          </a:xfrm>
          <a:prstGeom prst="rect">
            <a:avLst/>
          </a:prstGeom>
        </p:spPr>
        <p:txBody>
          <a:bodyPr vert="horz" lIns="0" tIns="0" rIns="0" bIns="0" rtlCol="0"/>
          <a:lstStyle/>
          <a:p>
            <a:pPr lvl="0"/>
            <a:r>
              <a:rPr lang="en-GB"/>
              <a:t>First list level: Large body text in 14 pt </a:t>
            </a:r>
          </a:p>
          <a:p>
            <a:pPr lvl="1"/>
            <a:r>
              <a:rPr lang="en-GB"/>
              <a:t>2nd level, subheading in 18 pt</a:t>
            </a:r>
          </a:p>
          <a:p>
            <a:pPr lvl="2"/>
            <a:r>
              <a:rPr lang="en-GB"/>
              <a:t>3rd level, 1. bullet list in 14 pt</a:t>
            </a:r>
          </a:p>
          <a:p>
            <a:pPr lvl="3"/>
            <a:r>
              <a:rPr lang="en-GB"/>
              <a:t>4th level, 2. bullet list in 14 pt</a:t>
            </a:r>
          </a:p>
          <a:p>
            <a:pPr lvl="4"/>
            <a:r>
              <a:rPr lang="en-GB"/>
              <a:t>5th level, body text in 14 pt</a:t>
            </a:r>
          </a:p>
          <a:p>
            <a:pPr lvl="5"/>
            <a:r>
              <a:rPr lang="en-GB"/>
              <a:t>6th level, subheading in 10 pt</a:t>
            </a:r>
          </a:p>
          <a:p>
            <a:pPr lvl="6"/>
            <a:r>
              <a:rPr lang="en-GB"/>
              <a:t>7th level, subheading in 14 pt</a:t>
            </a:r>
          </a:p>
          <a:p>
            <a:pPr lvl="7"/>
            <a:r>
              <a:rPr lang="en-GB"/>
              <a:t>8th level, 1. bullet list in 10 pt</a:t>
            </a:r>
          </a:p>
          <a:p>
            <a:pPr lvl="8"/>
            <a:r>
              <a:rPr lang="en-GB"/>
              <a:t>9th level, </a:t>
            </a:r>
            <a:r>
              <a:rPr lang="sv-SE"/>
              <a:t>2. bullet list in 10 pt</a:t>
            </a:r>
            <a:endParaRPr lang="en-GB"/>
          </a:p>
        </p:txBody>
      </p:sp>
      <p:sp>
        <p:nvSpPr>
          <p:cNvPr id="9" name="Datumsplatzhalter 2"/>
          <p:cNvSpPr>
            <a:spLocks noGrp="1"/>
          </p:cNvSpPr>
          <p:nvPr>
            <p:ph type="dt" sz="quarter" idx="1"/>
          </p:nvPr>
        </p:nvSpPr>
        <p:spPr>
          <a:xfrm>
            <a:off x="5229280" y="8676456"/>
            <a:ext cx="720000" cy="216000"/>
          </a:xfrm>
          <a:prstGeom prst="rect">
            <a:avLst/>
          </a:prstGeom>
        </p:spPr>
        <p:txBody>
          <a:bodyPr vert="horz" lIns="0" tIns="0" rIns="0" bIns="0" rtlCol="0" anchor="ctr"/>
          <a:lstStyle>
            <a:lvl1pPr algn="r">
              <a:defRPr sz="800"/>
            </a:lvl1pPr>
          </a:lstStyle>
          <a:p>
            <a:fld id="{5320D358-F853-4E66-A71E-3A9A01236113}" type="datetimeFigureOut">
              <a:rPr lang="de-DE" smtClean="0"/>
              <a:pPr/>
              <a:t>09.10.2026</a:t>
            </a:fld>
            <a:endParaRPr lang="de-DE"/>
          </a:p>
        </p:txBody>
      </p:sp>
      <p:sp>
        <p:nvSpPr>
          <p:cNvPr id="10" name="Fußzeilenplatzhalter 3"/>
          <p:cNvSpPr>
            <a:spLocks noGrp="1"/>
          </p:cNvSpPr>
          <p:nvPr>
            <p:ph type="ftr" sz="quarter" idx="4"/>
          </p:nvPr>
        </p:nvSpPr>
        <p:spPr>
          <a:xfrm>
            <a:off x="477192" y="8676456"/>
            <a:ext cx="4680000" cy="216000"/>
          </a:xfrm>
          <a:prstGeom prst="rect">
            <a:avLst/>
          </a:prstGeom>
        </p:spPr>
        <p:txBody>
          <a:bodyPr vert="horz" lIns="0" tIns="0" rIns="0" bIns="0" rtlCol="0" anchor="ctr"/>
          <a:lstStyle>
            <a:lvl1pPr algn="l">
              <a:defRPr sz="800"/>
            </a:lvl1pPr>
          </a:lstStyle>
          <a:p>
            <a:pPr algn="r"/>
            <a:endParaRPr lang="de-DE"/>
          </a:p>
        </p:txBody>
      </p:sp>
      <p:sp>
        <p:nvSpPr>
          <p:cNvPr id="11" name="Foliennummernplatzhalter 4"/>
          <p:cNvSpPr>
            <a:spLocks noGrp="1"/>
          </p:cNvSpPr>
          <p:nvPr>
            <p:ph type="sldNum" sz="quarter" idx="5"/>
          </p:nvPr>
        </p:nvSpPr>
        <p:spPr>
          <a:xfrm>
            <a:off x="6021328" y="8676456"/>
            <a:ext cx="360000" cy="216000"/>
          </a:xfrm>
          <a:prstGeom prst="rect">
            <a:avLst/>
          </a:prstGeom>
        </p:spPr>
        <p:txBody>
          <a:bodyPr vert="horz" lIns="0" tIns="0" rIns="0" bIns="0" rtlCol="0" anchor="ctr"/>
          <a:lstStyle>
            <a:lvl1pPr algn="r">
              <a:defRPr sz="800"/>
            </a:lvl1pPr>
          </a:lstStyle>
          <a:p>
            <a:fld id="{E5BBCCF6-F8A8-4C49-BF3D-CA1AA74CA975}" type="slidenum">
              <a:rPr lang="de-DE" smtClean="0"/>
              <a:pPr/>
              <a:t>‹#›</a:t>
            </a:fld>
            <a:endParaRPr lang="de-DE"/>
          </a:p>
        </p:txBody>
      </p:sp>
    </p:spTree>
    <p:extLst>
      <p:ext uri="{BB962C8B-B14F-4D97-AF65-F5344CB8AC3E}">
        <p14:creationId xmlns:p14="http://schemas.microsoft.com/office/powerpoint/2010/main" val="2846198732"/>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200"/>
      </a:spcBef>
      <a:spcAft>
        <a:spcPts val="200"/>
      </a:spcAft>
      <a:defRPr sz="1400" b="0" kern="1200">
        <a:solidFill>
          <a:schemeClr val="tx1"/>
        </a:solidFill>
        <a:latin typeface="+mn-lt"/>
        <a:ea typeface="+mn-ea"/>
        <a:cs typeface="+mn-cs"/>
      </a:defRPr>
    </a:lvl1pPr>
    <a:lvl2pPr marL="0" algn="l" defTabSz="914400" rtl="0" eaLnBrk="1" latinLnBrk="0" hangingPunct="1">
      <a:lnSpc>
        <a:spcPct val="120000"/>
      </a:lnSpc>
      <a:spcBef>
        <a:spcPts val="1500"/>
      </a:spcBef>
      <a:spcAft>
        <a:spcPts val="200"/>
      </a:spcAft>
      <a:defRPr sz="1800" b="1" kern="1200">
        <a:solidFill>
          <a:schemeClr val="tx1"/>
        </a:solidFill>
        <a:latin typeface="+mn-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Tx/>
      <a:buNone/>
      <a:defRPr sz="1400" b="1" kern="1200">
        <a:solidFill>
          <a:schemeClr val="tx1"/>
        </a:solidFill>
        <a:latin typeface="+mn-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notesStyle>
  <p:extLst>
    <p:ext uri="{620B2872-D7B9-4A21-9093-7833F8D536E1}">
      <p15:sldGuideLst xmlns:p15="http://schemas.microsoft.com/office/powerpoint/2012/main">
        <p15:guide id="1" pos="302" userDrawn="1">
          <p15:clr>
            <a:srgbClr val="F26B43"/>
          </p15:clr>
        </p15:guide>
        <p15:guide id="2"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E6B4-6ECE-D15E-BB87-D900B4C85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A8E1E-E19D-8F9B-C6C1-7F97073337D6}"/>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244389C9-6732-21E3-DE4F-7A7F942F32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9AC5A6-92E7-050A-7E83-1CE80CC8670A}"/>
              </a:ext>
            </a:extLst>
          </p:cNvPr>
          <p:cNvSpPr>
            <a:spLocks noGrp="1"/>
          </p:cNvSpPr>
          <p:nvPr>
            <p:ph type="sldNum" sz="quarter" idx="5"/>
          </p:nvPr>
        </p:nvSpPr>
        <p:spPr/>
        <p:txBody>
          <a:bodyPr/>
          <a:lstStyle/>
          <a:p>
            <a:fld id="{E5BBCCF6-F8A8-4C49-BF3D-CA1AA74CA975}" type="slidenum">
              <a:rPr lang="de-DE" smtClean="0"/>
              <a:pPr/>
              <a:t>1</a:t>
            </a:fld>
            <a:endParaRPr lang="de-DE"/>
          </a:p>
        </p:txBody>
      </p:sp>
    </p:spTree>
    <p:extLst>
      <p:ext uri="{BB962C8B-B14F-4D97-AF65-F5344CB8AC3E}">
        <p14:creationId xmlns:p14="http://schemas.microsoft.com/office/powerpoint/2010/main" val="3656486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Quadrant Ba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B3A0D8F-9C15-5837-5F96-2D9EA811E7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74954" b="22415"/>
          <a:stretch/>
        </p:blipFill>
        <p:spPr>
          <a:xfrm>
            <a:off x="8256241" y="1"/>
            <a:ext cx="3935760" cy="6858000"/>
          </a:xfrm>
          <a:prstGeom prst="rect">
            <a:avLst/>
          </a:prstGeom>
        </p:spPr>
      </p:pic>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3068960"/>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4797256"/>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gray">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gray">
          <a:xfrm>
            <a:off x="5232400" y="6525360"/>
            <a:ext cx="2303760"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623392" y="620689"/>
            <a:ext cx="1080000" cy="374567"/>
          </a:xfrm>
          <a:prstGeom prst="rect">
            <a:avLst/>
          </a:prstGeom>
        </p:spPr>
      </p:pic>
    </p:spTree>
    <p:extLst>
      <p:ext uri="{BB962C8B-B14F-4D97-AF65-F5344CB8AC3E}">
        <p14:creationId xmlns:p14="http://schemas.microsoft.com/office/powerpoint/2010/main" val="3031695121"/>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Quadrant Radia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3068960"/>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4797256"/>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gray">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gray">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pic>
        <p:nvPicPr>
          <p:cNvPr id="8" name="Graphic 7">
            <a:extLst>
              <a:ext uri="{FF2B5EF4-FFF2-40B4-BE49-F238E27FC236}">
                <a16:creationId xmlns:a16="http://schemas.microsoft.com/office/drawing/2014/main" id="{7F748590-F732-D074-F771-EDEC6F0047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t="6507" r="50000" b="6507"/>
          <a:stretch/>
        </p:blipFill>
        <p:spPr>
          <a:xfrm>
            <a:off x="8250000" y="0"/>
            <a:ext cx="3942000" cy="6858000"/>
          </a:xfrm>
          <a:prstGeom prst="rect">
            <a:avLst/>
          </a:prstGeom>
        </p:spPr>
      </p:pic>
    </p:spTree>
    <p:extLst>
      <p:ext uri="{BB962C8B-B14F-4D97-AF65-F5344CB8AC3E}">
        <p14:creationId xmlns:p14="http://schemas.microsoft.com/office/powerpoint/2010/main" val="931718912"/>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Half Pictur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2132856"/>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2493072"/>
            <a:ext cx="518400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3861152"/>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sp>
        <p:nvSpPr>
          <p:cNvPr id="4" name="Picture Placeholder 11">
            <a:extLst>
              <a:ext uri="{FF2B5EF4-FFF2-40B4-BE49-F238E27FC236}">
                <a16:creationId xmlns:a16="http://schemas.microsoft.com/office/drawing/2014/main" id="{F0C95E3C-E453-EAA2-DD4F-8F0D94035F4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11" name="Fußzeilenplatzhalter 4">
            <a:extLst>
              <a:ext uri="{FF2B5EF4-FFF2-40B4-BE49-F238E27FC236}">
                <a16:creationId xmlns:a16="http://schemas.microsoft.com/office/drawing/2014/main" id="{C940FAEA-3B2F-6191-ABB6-8D4D40B0ADF8}"/>
              </a:ex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Date Placeholder 3">
            <a:extLst>
              <a:ext uri="{FF2B5EF4-FFF2-40B4-BE49-F238E27FC236}">
                <a16:creationId xmlns:a16="http://schemas.microsoft.com/office/drawing/2014/main" id="{EBBF7F25-DEE3-0131-6327-0A033125310E}"/>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3813196644"/>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4" pos="3659" userDrawn="1">
          <p15:clr>
            <a:srgbClr val="5ACBF0"/>
          </p15:clr>
        </p15:guide>
        <p15:guide id="5" orient="horz" pos="2886" userDrawn="1">
          <p15:clr>
            <a:srgbClr val="5ACBF0"/>
          </p15:clr>
        </p15:guide>
        <p15:guide id="6" pos="7287"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Picture Dark">
    <p:bg>
      <p:bgPr>
        <a:solidFill>
          <a:schemeClr val="tx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A29BE15-3256-F8A5-CEDE-C91B75C475A6}"/>
              </a:ext>
              <a:ext uri="{C183D7F6-B498-43B3-948B-1728B52AA6E4}">
                <adec:decorative xmlns:adec="http://schemas.microsoft.com/office/drawing/2017/decorative" val="1"/>
              </a:ext>
            </a:extLst>
          </p:cNvPr>
          <p:cNvSpPr>
            <a:spLocks noGrp="1"/>
          </p:cNvSpPr>
          <p:nvPr>
            <p:ph type="pic" sz="quarter" idx="16"/>
          </p:nvPr>
        </p:nvSpPr>
        <p:spPr>
          <a:xfrm>
            <a:off x="0" y="0"/>
            <a:ext cx="12192000" cy="6858000"/>
          </a:xfrm>
        </p:spPr>
        <p:txBody>
          <a:bodyPr bIns="504000" anchor="ctr"/>
          <a:lstStyle>
            <a:lvl1pPr marL="0" indent="0" algn="ctr">
              <a:spcBef>
                <a:spcPts val="0"/>
              </a:spcBef>
              <a:spcAft>
                <a:spcPts val="0"/>
              </a:spcAft>
              <a:buFont typeface="Arial" panose="020B0604020202020204" pitchFamily="34" charset="0"/>
              <a:buNone/>
              <a:defRPr sz="1000">
                <a:solidFill>
                  <a:schemeClr val="bg1"/>
                </a:solidFill>
                <a:latin typeface="+mn-lt"/>
              </a:defRPr>
            </a:lvl1pPr>
            <a:lvl2pPr marL="0" indent="0" algn="ctr">
              <a:spcBef>
                <a:spcPts val="0"/>
              </a:spcBef>
              <a:spcAft>
                <a:spcPts val="0"/>
              </a:spcAft>
              <a:buFont typeface="Arial" panose="020B0604020202020204" pitchFamily="34" charset="0"/>
              <a:buNone/>
              <a:defRPr sz="1000">
                <a:solidFill>
                  <a:schemeClr val="bg1"/>
                </a:solidFill>
                <a:latin typeface="+mn-lt"/>
              </a:defRPr>
            </a:lvl2pPr>
            <a:lvl3pPr marL="0" indent="0" algn="ctr">
              <a:spcBef>
                <a:spcPts val="0"/>
              </a:spcBef>
              <a:spcAft>
                <a:spcPts val="0"/>
              </a:spcAft>
              <a:buNone/>
              <a:defRPr sz="1000">
                <a:solidFill>
                  <a:schemeClr val="bg1"/>
                </a:solidFill>
                <a:latin typeface="+mn-lt"/>
              </a:defRPr>
            </a:lvl3pPr>
            <a:lvl4pPr marL="0" indent="0" algn="ctr">
              <a:spcBef>
                <a:spcPts val="0"/>
              </a:spcBef>
              <a:spcAft>
                <a:spcPts val="0"/>
              </a:spcAft>
              <a:buNone/>
              <a:defRPr sz="1000">
                <a:solidFill>
                  <a:schemeClr val="bg1"/>
                </a:solidFill>
                <a:latin typeface="+mn-lt"/>
              </a:defRPr>
            </a:lvl4pPr>
            <a:lvl5pPr marL="0" indent="0" algn="ctr">
              <a:spcBef>
                <a:spcPts val="0"/>
              </a:spcBef>
              <a:spcAft>
                <a:spcPts val="0"/>
              </a:spcAft>
              <a:buFont typeface="Arial" panose="020B0604020202020204" pitchFamily="34" charset="0"/>
              <a:buNone/>
              <a:defRPr sz="1000">
                <a:solidFill>
                  <a:schemeClr val="bg1"/>
                </a:solidFill>
                <a:latin typeface="+mn-lt"/>
              </a:defRPr>
            </a:lvl5pPr>
            <a:lvl6pPr marL="0" indent="0" algn="ctr">
              <a:spcBef>
                <a:spcPts val="0"/>
              </a:spcBef>
              <a:spcAft>
                <a:spcPts val="0"/>
              </a:spcAft>
              <a:buFont typeface="Arial" panose="020B0604020202020204" pitchFamily="34" charset="0"/>
              <a:buNone/>
              <a:defRPr sz="1000">
                <a:solidFill>
                  <a:schemeClr val="bg1"/>
                </a:solidFill>
                <a:latin typeface="+mn-lt"/>
              </a:defRPr>
            </a:lvl6pPr>
            <a:lvl7pPr marL="0" indent="0" algn="ctr">
              <a:spcBef>
                <a:spcPts val="0"/>
              </a:spcBef>
              <a:spcAft>
                <a:spcPts val="0"/>
              </a:spcAft>
              <a:buNone/>
              <a:defRPr sz="1000">
                <a:solidFill>
                  <a:schemeClr val="bg1"/>
                </a:solidFill>
                <a:latin typeface="+mn-lt"/>
              </a:defRPr>
            </a:lvl7pPr>
            <a:lvl8pPr marL="0" indent="0" algn="ctr">
              <a:spcBef>
                <a:spcPts val="0"/>
              </a:spcBef>
              <a:spcAft>
                <a:spcPts val="0"/>
              </a:spcAft>
              <a:buNone/>
              <a:defRPr sz="1000">
                <a:solidFill>
                  <a:schemeClr val="bg1"/>
                </a:solidFill>
                <a:latin typeface="+mn-lt"/>
              </a:defRPr>
            </a:lvl8pPr>
            <a:lvl9pPr marL="0" indent="0" algn="ctr">
              <a:spcBef>
                <a:spcPts val="0"/>
              </a:spcBef>
              <a:spcAft>
                <a:spcPts val="0"/>
              </a:spcAft>
              <a:buNone/>
              <a:defRPr sz="1000">
                <a:solidFill>
                  <a:schemeClr val="bg1"/>
                </a:solidFill>
                <a:latin typeface="+mn-lt"/>
              </a:defRPr>
            </a:lvl9pPr>
          </a:lstStyle>
          <a:p>
            <a:r>
              <a:rPr lang="en-US"/>
              <a:t>Click icon to add picture</a:t>
            </a:r>
            <a:endParaRPr lang="en-GB"/>
          </a:p>
        </p:txBody>
      </p:sp>
      <p:sp>
        <p:nvSpPr>
          <p:cNvPr id="7" name="Text Placeholder 8">
            <a:extLst>
              <a:ext uri="{FF2B5EF4-FFF2-40B4-BE49-F238E27FC236}">
                <a16:creationId xmlns:a16="http://schemas.microsoft.com/office/drawing/2014/main" id="{41048E7F-D798-9B2F-8A33-42EB3506851F}"/>
              </a:ext>
            </a:extLst>
          </p:cNvPr>
          <p:cNvSpPr>
            <a:spLocks noGrp="1"/>
          </p:cNvSpPr>
          <p:nvPr>
            <p:ph type="body" sz="quarter" idx="11" hasCustomPrompt="1"/>
          </p:nvPr>
        </p:nvSpPr>
        <p:spPr>
          <a:xfrm>
            <a:off x="623888" y="2132832"/>
            <a:ext cx="5184000" cy="144000"/>
          </a:xfrm>
        </p:spPr>
        <p:txBody>
          <a:bodyPr anchor="b"/>
          <a:lstStyle>
            <a:lvl1pPr marL="0" indent="0">
              <a:spcBef>
                <a:spcPts val="0"/>
              </a:spcBef>
              <a:spcAft>
                <a:spcPts val="0"/>
              </a:spcAft>
              <a:buFont typeface="Arial" panose="020B0604020202020204" pitchFamily="34" charset="0"/>
              <a:buNone/>
              <a:defRPr sz="1000">
                <a:solidFill>
                  <a:schemeClr val="bg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bg1"/>
                </a:solidFill>
                <a:latin typeface="Onest Medium" pitchFamily="2" charset="0"/>
              </a:defRPr>
            </a:lvl2pPr>
            <a:lvl3pPr marL="0" indent="0">
              <a:spcBef>
                <a:spcPts val="0"/>
              </a:spcBef>
              <a:spcAft>
                <a:spcPts val="0"/>
              </a:spcAft>
              <a:buNone/>
              <a:defRPr sz="1000">
                <a:solidFill>
                  <a:schemeClr val="bg1"/>
                </a:solidFill>
                <a:latin typeface="Onest Medium" pitchFamily="2" charset="0"/>
              </a:defRPr>
            </a:lvl3pPr>
            <a:lvl4pPr marL="0" indent="0">
              <a:spcBef>
                <a:spcPts val="0"/>
              </a:spcBef>
              <a:spcAft>
                <a:spcPts val="0"/>
              </a:spcAft>
              <a:buNone/>
              <a:defRPr sz="1000">
                <a:solidFill>
                  <a:schemeClr val="bg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bg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bg1"/>
                </a:solidFill>
                <a:latin typeface="Onest Medium" pitchFamily="2" charset="0"/>
              </a:defRPr>
            </a:lvl6pPr>
            <a:lvl7pPr marL="0" indent="0">
              <a:spcBef>
                <a:spcPts val="0"/>
              </a:spcBef>
              <a:spcAft>
                <a:spcPts val="0"/>
              </a:spcAft>
              <a:buNone/>
              <a:defRPr sz="1000">
                <a:solidFill>
                  <a:schemeClr val="bg1"/>
                </a:solidFill>
                <a:latin typeface="Onest Medium" pitchFamily="2" charset="0"/>
              </a:defRPr>
            </a:lvl7pPr>
            <a:lvl8pPr marL="0" indent="0">
              <a:spcBef>
                <a:spcPts val="0"/>
              </a:spcBef>
              <a:spcAft>
                <a:spcPts val="0"/>
              </a:spcAft>
              <a:buNone/>
              <a:defRPr sz="1000">
                <a:solidFill>
                  <a:schemeClr val="bg1"/>
                </a:solidFill>
                <a:latin typeface="Onest Medium" pitchFamily="2" charset="0"/>
              </a:defRPr>
            </a:lvl8pPr>
            <a:lvl9pPr marL="0" indent="0">
              <a:spcBef>
                <a:spcPts val="0"/>
              </a:spcBef>
              <a:spcAft>
                <a:spcPts val="0"/>
              </a:spcAft>
              <a:buNone/>
              <a:defRPr sz="1000">
                <a:solidFill>
                  <a:schemeClr val="bg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7FFAAFFD-F887-74D0-66D2-DEF991B51454}"/>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bg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2E9B28D7-605E-AC79-8342-665B340033C0}"/>
              </a:ext>
            </a:extLst>
          </p:cNvPr>
          <p:cNvSpPr>
            <a:spLocks noGrp="1"/>
          </p:cNvSpPr>
          <p:nvPr>
            <p:ph type="subTitle" idx="1" hasCustomPrompt="1"/>
          </p:nvPr>
        </p:nvSpPr>
        <p:spPr bwMode="gray">
          <a:xfrm>
            <a:off x="623393" y="3861128"/>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solidFill>
                  <a:schemeClr val="bg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9pPr>
          </a:lstStyle>
          <a:p>
            <a:r>
              <a:rPr lang="en-GB"/>
              <a:t>Optional subtitle, use list level 2 to add a date</a:t>
            </a:r>
          </a:p>
          <a:p>
            <a:pPr lvl="1"/>
            <a:r>
              <a:rPr lang="en-GB"/>
              <a:t>Date</a:t>
            </a:r>
          </a:p>
        </p:txBody>
      </p:sp>
      <p:sp>
        <p:nvSpPr>
          <p:cNvPr id="8"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Footer Placeholder 2">
            <a:extLst>
              <a:ext uri="{FF2B5EF4-FFF2-40B4-BE49-F238E27FC236}">
                <a16:creationId xmlns:a16="http://schemas.microsoft.com/office/drawing/2014/main" id="{8B24B342-7000-F337-AFA1-9151C7FF7EE1}"/>
              </a:ext>
            </a:extLst>
          </p:cNvPr>
          <p:cNvSpPr>
            <a:spLocks noGrp="1"/>
          </p:cNvSpPr>
          <p:nvPr>
            <p:ph type="ftr" sz="quarter" idx="10"/>
          </p:nvPr>
        </p:nvSpPr>
        <p:spPr/>
        <p:txBody>
          <a:bodyPr/>
          <a:lstStyle>
            <a:lvl1pPr>
              <a:defRPr>
                <a:solidFill>
                  <a:schemeClr val="bg1"/>
                </a:solidFill>
              </a:defRPr>
            </a:lvl1pPr>
          </a:lstStyle>
          <a:p>
            <a:r>
              <a:rPr lang="en-GB"/>
              <a:t>CONFIDENTIAL – SHARED UNDER NDA. DO NOT FORWARD.</a:t>
            </a:r>
          </a:p>
        </p:txBody>
      </p:sp>
      <p:sp>
        <p:nvSpPr>
          <p:cNvPr id="2" name="Callout: Line 1">
            <a:extLst>
              <a:ext uri="{FF2B5EF4-FFF2-40B4-BE49-F238E27FC236}">
                <a16:creationId xmlns:a16="http://schemas.microsoft.com/office/drawing/2014/main" id="{27FF72FB-FAEC-99C2-2194-2B5F63518727}"/>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4" name="Date Placeholder 3">
            <a:extLst>
              <a:ext uri="{FF2B5EF4-FFF2-40B4-BE49-F238E27FC236}">
                <a16:creationId xmlns:a16="http://schemas.microsoft.com/office/drawing/2014/main" id="{857E161A-D4C0-A4C6-91D2-EC09DE9E6664}"/>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4291148123"/>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Picture Light">
    <p:bg>
      <p:bgPr>
        <a:solidFill>
          <a:schemeClr val="bg1"/>
        </a:solidFill>
        <a:effectLst/>
      </p:bgPr>
    </p:bg>
    <p:spTree>
      <p:nvGrpSpPr>
        <p:cNvPr id="1" name=""/>
        <p:cNvGrpSpPr/>
        <p:nvPr/>
      </p:nvGrpSpPr>
      <p:grpSpPr>
        <a:xfrm>
          <a:off x="0" y="0"/>
          <a:ext cx="0" cy="0"/>
          <a:chOff x="0" y="0"/>
          <a:chExt cx="0" cy="0"/>
        </a:xfrm>
      </p:grpSpPr>
      <p:sp>
        <p:nvSpPr>
          <p:cNvPr id="7" name="Bildplatzhalter 8">
            <a:extLst>
              <a:ext uri="{C183D7F6-B498-43B3-948B-1728B52AA6E4}">
                <adec:decorative xmlns:adec="http://schemas.microsoft.com/office/drawing/2017/decorative" val="1"/>
              </a:ext>
            </a:extLst>
          </p:cNvPr>
          <p:cNvSpPr>
            <a:spLocks noGrp="1"/>
          </p:cNvSpPr>
          <p:nvPr>
            <p:ph type="pic" sz="quarter" idx="13"/>
          </p:nvPr>
        </p:nvSpPr>
        <p:spPr bwMode="gray">
          <a:xfrm>
            <a:off x="0" y="0"/>
            <a:ext cx="12191999" cy="6858000"/>
          </a:xfrm>
          <a:noFill/>
        </p:spPr>
        <p:txBody>
          <a:bodyPr bIns="50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4" name="Callout: Line 3">
            <a:extLst>
              <a:ext uri="{FF2B5EF4-FFF2-40B4-BE49-F238E27FC236}">
                <a16:creationId xmlns:a16="http://schemas.microsoft.com/office/drawing/2014/main" id="{0BECFF34-FBF3-EB1A-B551-8D173B390939}"/>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9" name="Text Placeholder 8">
            <a:extLst>
              <a:ext uri="{FF2B5EF4-FFF2-40B4-BE49-F238E27FC236}">
                <a16:creationId xmlns:a16="http://schemas.microsoft.com/office/drawing/2014/main" id="{AE50D2D8-9A23-38EA-8F69-A5DC2F2051A5}"/>
              </a:ext>
            </a:extLst>
          </p:cNvPr>
          <p:cNvSpPr>
            <a:spLocks noGrp="1"/>
          </p:cNvSpPr>
          <p:nvPr>
            <p:ph type="body" sz="quarter" idx="10" hasCustomPrompt="1"/>
          </p:nvPr>
        </p:nvSpPr>
        <p:spPr>
          <a:xfrm>
            <a:off x="623888" y="2132832"/>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28FB1C8E-D489-B130-3C91-F37FBA330CD2}"/>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CCD2E16E-B398-FD19-5654-9AE9C47B7FD0}"/>
              </a:ext>
            </a:extLst>
          </p:cNvPr>
          <p:cNvSpPr>
            <a:spLocks noGrp="1"/>
          </p:cNvSpPr>
          <p:nvPr>
            <p:ph type="subTitle" idx="1" hasCustomPrompt="1"/>
          </p:nvPr>
        </p:nvSpPr>
        <p:spPr bwMode="gray">
          <a:xfrm>
            <a:off x="623393" y="3861128"/>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8" name="Fußzeilenplatzhalter 4">
            <a:extLst>
              <a:ext uri="{FF2B5EF4-FFF2-40B4-BE49-F238E27FC236}">
                <a16:creationId xmlns:a16="http://schemas.microsoft.com/office/drawing/2014/main" id="{B1166E63-14EF-37CA-7FF8-C0D9FE429995}"/>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11" name="Text Placeholder 10">
            <a:extLst>
              <a:ext uri="{FF2B5EF4-FFF2-40B4-BE49-F238E27FC236}">
                <a16:creationId xmlns:a16="http://schemas.microsoft.com/office/drawing/2014/main" id="{FFCCC5F4-A1E7-48AD-5FE3-75380A819717}"/>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Date Placeholder 3">
            <a:extLst>
              <a:ext uri="{FF2B5EF4-FFF2-40B4-BE49-F238E27FC236}">
                <a16:creationId xmlns:a16="http://schemas.microsoft.com/office/drawing/2014/main" id="{4E030E40-4DFB-A3E0-8913-CCD465AE7EEC}"/>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chemeClr val="tx1"/>
                </a:solidFill>
              </a:defRPr>
            </a:lvl1pPr>
          </a:lstStyle>
          <a:p>
            <a:r>
              <a:rPr lang="de-DE"/>
              <a:t>© 2026 BlackBerry Limited. All rights reserved.</a:t>
            </a:r>
            <a:endParaRPr lang="en-US"/>
          </a:p>
        </p:txBody>
      </p:sp>
    </p:spTree>
    <p:extLst>
      <p:ext uri="{BB962C8B-B14F-4D97-AF65-F5344CB8AC3E}">
        <p14:creationId xmlns:p14="http://schemas.microsoft.com/office/powerpoint/2010/main" val="3002040726"/>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8"/>
            <a:ext cx="1727696" cy="504000"/>
          </a:xfrm>
        </p:spPr>
        <p:txBody>
          <a:bodyPr/>
          <a:lstStyle>
            <a:lvl1pPr>
              <a:defRPr/>
            </a:lvl1pPr>
          </a:lstStyle>
          <a:p>
            <a:r>
              <a:rPr lang="en-GB"/>
              <a:t>Agenda</a:t>
            </a:r>
          </a:p>
        </p:txBody>
      </p:sp>
      <p:sp>
        <p:nvSpPr>
          <p:cNvPr id="10" name="Textplatzhalter 9"/>
          <p:cNvSpPr>
            <a:spLocks noGrp="1"/>
          </p:cNvSpPr>
          <p:nvPr>
            <p:ph type="body" sz="quarter" idx="15" hasCustomPrompt="1"/>
          </p:nvPr>
        </p:nvSpPr>
        <p:spPr bwMode="auto">
          <a:xfrm>
            <a:off x="2351088" y="1773237"/>
            <a:ext cx="4607737" cy="4464075"/>
          </a:xfrm>
        </p:spPr>
        <p:txBody>
          <a:bodyPr tIns="108000"/>
          <a:lstStyle>
            <a:lvl1pPr marL="216000" indent="-216000">
              <a:spcBef>
                <a:spcPts val="800"/>
              </a:spcBef>
              <a:spcAft>
                <a:spcPts val="200"/>
              </a:spcAft>
              <a:buClr>
                <a:schemeClr val="bg2"/>
              </a:buClr>
              <a:buFont typeface="Wingdings" panose="05000000000000000000" pitchFamily="2" charset="2"/>
              <a:buChar char="§"/>
              <a:tabLst>
                <a:tab pos="3456000" algn="r"/>
              </a:tabLst>
              <a:defRPr sz="1800">
                <a:solidFill>
                  <a:schemeClr val="tx1"/>
                </a:solidFill>
                <a:latin typeface="Onest Medium" pitchFamily="2" charset="0"/>
              </a:defRPr>
            </a:lvl1pPr>
            <a:lvl2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2pPr>
            <a:lvl3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3pPr>
            <a:lvl4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4pPr>
            <a:lvl5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5pPr>
            <a:lvl6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6pPr>
            <a:lvl7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7pPr>
            <a:lvl8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8pPr>
            <a:lvl9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9pPr>
          </a:lstStyle>
          <a:p>
            <a:pPr lvl="0"/>
            <a:r>
              <a:rPr lang="en-GB"/>
              <a:t>Add agenda topics, for subtopic use list level 2</a:t>
            </a:r>
          </a:p>
          <a:p>
            <a:pPr lvl="1"/>
            <a:r>
              <a:rPr lang="en-GB"/>
              <a:t>Chapter title</a:t>
            </a:r>
          </a:p>
          <a:p>
            <a:pPr lvl="2"/>
            <a:r>
              <a:rPr lang="en-GB"/>
              <a:t>Subtitle</a:t>
            </a:r>
          </a:p>
          <a:p>
            <a:pPr lvl="3"/>
            <a:r>
              <a:rPr lang="en-GB"/>
              <a:t>4</a:t>
            </a:r>
          </a:p>
          <a:p>
            <a:pPr lvl="4"/>
            <a:r>
              <a:rPr lang="en-GB"/>
              <a:t>5</a:t>
            </a:r>
          </a:p>
          <a:p>
            <a:pPr lvl="5"/>
            <a:r>
              <a:rPr lang="en-GB"/>
              <a:t>6</a:t>
            </a:r>
          </a:p>
          <a:p>
            <a:pPr lvl="6"/>
            <a:r>
              <a:rPr lang="en-GB"/>
              <a:t>7</a:t>
            </a:r>
          </a:p>
          <a:p>
            <a:pPr lvl="7"/>
            <a:r>
              <a:rPr lang="en-GB"/>
              <a:t>8</a:t>
            </a:r>
          </a:p>
          <a:p>
            <a:pPr lvl="8"/>
            <a:r>
              <a:rPr lang="en-GB"/>
              <a:t>9</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auto">
          <a:xfrm>
            <a:off x="7535864" y="1773782"/>
            <a:ext cx="4032250" cy="4464075"/>
          </a:xfrm>
        </p:spPr>
        <p:txBody>
          <a:bodyPr tIns="108000"/>
          <a:lstStyle>
            <a:lvl1pPr marL="0" indent="0">
              <a:spcBef>
                <a:spcPts val="800"/>
              </a:spcBef>
              <a:spcAft>
                <a:spcPts val="200"/>
              </a:spcAft>
              <a:buFont typeface="+mj-lt"/>
              <a:buNone/>
              <a:tabLst>
                <a:tab pos="3456000" algn="r"/>
              </a:tabLst>
              <a:defRPr sz="1800">
                <a:solidFill>
                  <a:schemeClr val="tx1"/>
                </a:solidFill>
                <a:latin typeface="Onest Medium" pitchFamily="2" charset="0"/>
              </a:defRPr>
            </a:lvl1pPr>
            <a:lvl2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2pPr>
            <a:lvl3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3pPr>
            <a:lvl4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4pPr>
            <a:lvl5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5pPr>
            <a:lvl6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6pPr>
            <a:lvl7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7pPr>
            <a:lvl8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8pPr>
            <a:lvl9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9pPr>
          </a:lstStyle>
          <a:p>
            <a:pPr lvl="0"/>
            <a:r>
              <a:rPr lang="en-GB"/>
              <a:t>Add presenter</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Tree>
    <p:extLst>
      <p:ext uri="{BB962C8B-B14F-4D97-AF65-F5344CB8AC3E}">
        <p14:creationId xmlns:p14="http://schemas.microsoft.com/office/powerpoint/2010/main" val="2109590259"/>
      </p:ext>
    </p:extLst>
  </p:cSld>
  <p:clrMapOvr>
    <a:masterClrMapping/>
  </p:clrMapOvr>
  <p:extLst>
    <p:ext uri="{DCECCB84-F9BA-43D5-87BE-67443E8EF086}">
      <p15:sldGuideLst xmlns:p15="http://schemas.microsoft.com/office/powerpoint/2012/main">
        <p15:guide id="1" orient="horz" pos="3929">
          <p15:clr>
            <a:srgbClr val="5ACBF0"/>
          </p15:clr>
        </p15:guide>
        <p15:guide id="2" pos="1481" userDrawn="1">
          <p15:clr>
            <a:srgbClr val="5ACBF0"/>
          </p15:clr>
        </p15:guide>
        <p15:guide id="3" pos="7287">
          <p15:clr>
            <a:srgbClr val="5ACBF0"/>
          </p15:clr>
        </p15:guide>
        <p15:guide id="4" orient="horz" pos="1117">
          <p15:clr>
            <a:srgbClr val="5ACBF0"/>
          </p15:clr>
        </p15:guide>
        <p15:guide id="5" orient="horz" pos="391">
          <p15:clr>
            <a:srgbClr val="5ACBF0"/>
          </p15:clr>
        </p15:guide>
        <p15:guide id="6" pos="4747" userDrawn="1">
          <p15:clr>
            <a:srgbClr val="5ACBF0"/>
          </p15:clr>
        </p15:guide>
        <p15:guide id="9" pos="393">
          <p15:clr>
            <a:srgbClr val="5ACBF0"/>
          </p15:clr>
        </p15:guide>
        <p15:guide id="10" pos="438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7"/>
            <a:ext cx="6911974" cy="504000"/>
          </a:xfrm>
        </p:spPr>
        <p:txBody>
          <a:bodyPr/>
          <a:lstStyle>
            <a:lvl1pPr>
              <a:defRPr/>
            </a:lvl1pPr>
          </a:lstStyle>
          <a:p>
            <a:r>
              <a:rPr lang="en-GB"/>
              <a:t>Table of contents</a:t>
            </a:r>
          </a:p>
        </p:txBody>
      </p:sp>
      <p:sp>
        <p:nvSpPr>
          <p:cNvPr id="10" name="Textplatzhalter 9"/>
          <p:cNvSpPr>
            <a:spLocks noGrp="1"/>
          </p:cNvSpPr>
          <p:nvPr>
            <p:ph type="body" sz="quarter" idx="15" hasCustomPrompt="1"/>
          </p:nvPr>
        </p:nvSpPr>
        <p:spPr bwMode="gray">
          <a:xfrm>
            <a:off x="2351584" y="1773237"/>
            <a:ext cx="4032000" cy="4464075"/>
          </a:xfr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gray">
          <a:xfrm>
            <a:off x="7536608" y="1773237"/>
            <a:ext cx="4032000" cy="4464075"/>
          </a:xfr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Tree>
    <p:extLst>
      <p:ext uri="{BB962C8B-B14F-4D97-AF65-F5344CB8AC3E}">
        <p14:creationId xmlns:p14="http://schemas.microsoft.com/office/powerpoint/2010/main" val="287857144"/>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8" pos="4021" userDrawn="1">
          <p15:clr>
            <a:srgbClr val="5ACBF0"/>
          </p15:clr>
        </p15:guide>
        <p15:guide id="9" pos="393"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9" name="Text Placeholder 8">
            <a:extLst>
              <a:ext uri="{FF2B5EF4-FFF2-40B4-BE49-F238E27FC236}">
                <a16:creationId xmlns:a16="http://schemas.microsoft.com/office/drawing/2014/main" id="{821221DD-91C5-CDA2-3A9D-3DDCD14364FD}"/>
              </a:ext>
            </a:extLst>
          </p:cNvPr>
          <p:cNvSpPr>
            <a:spLocks noGrp="1"/>
          </p:cNvSpPr>
          <p:nvPr>
            <p:ph type="body" sz="quarter" idx="13" hasCustomPrompt="1"/>
          </p:nvPr>
        </p:nvSpPr>
        <p:spPr>
          <a:xfrm>
            <a:off x="631852" y="1772816"/>
            <a:ext cx="5183999" cy="504056"/>
          </a:xfrm>
        </p:spPr>
        <p:txBody>
          <a:bodyPr lIns="18000" anchor="b"/>
          <a:lstStyle>
            <a:lvl1pPr marL="0" indent="0">
              <a:spcBef>
                <a:spcPts val="0"/>
              </a:spcBef>
              <a:spcAft>
                <a:spcPts val="0"/>
              </a:spcAft>
              <a:buFont typeface="Arial" panose="020B0604020202020204" pitchFamily="34" charset="0"/>
              <a:buNone/>
              <a:defRPr sz="1800">
                <a:latin typeface="Onest Medium" pitchFamily="2" charset="0"/>
              </a:defRPr>
            </a:lvl1pPr>
            <a:lvl2pPr marL="0" indent="0">
              <a:spcBef>
                <a:spcPts val="0"/>
              </a:spcBef>
              <a:spcAft>
                <a:spcPts val="0"/>
              </a:spcAft>
              <a:buFont typeface="Arial" panose="020B0604020202020204" pitchFamily="34" charset="0"/>
              <a:buNone/>
              <a:defRPr sz="1800">
                <a:latin typeface="Onest Medium" pitchFamily="2" charset="0"/>
              </a:defRPr>
            </a:lvl2pPr>
            <a:lvl3pPr marL="0" indent="0">
              <a:spcBef>
                <a:spcPts val="0"/>
              </a:spcBef>
              <a:spcAft>
                <a:spcPts val="0"/>
              </a:spcAft>
              <a:buNone/>
              <a:defRPr sz="1800">
                <a:latin typeface="Onest Medium" pitchFamily="2" charset="0"/>
              </a:defRPr>
            </a:lvl3pPr>
            <a:lvl4pPr marL="0" indent="0">
              <a:spcBef>
                <a:spcPts val="0"/>
              </a:spcBef>
              <a:spcAft>
                <a:spcPts val="0"/>
              </a:spcAft>
              <a:buNone/>
              <a:defRPr sz="1800">
                <a:latin typeface="Onest Medium" pitchFamily="2" charset="0"/>
              </a:defRPr>
            </a:lvl4pPr>
            <a:lvl5pPr marL="0" indent="0">
              <a:spcBef>
                <a:spcPts val="0"/>
              </a:spcBef>
              <a:spcAft>
                <a:spcPts val="0"/>
              </a:spcAft>
              <a:buFont typeface="Arial" panose="020B0604020202020204" pitchFamily="34" charset="0"/>
              <a:buNone/>
              <a:defRPr sz="1800">
                <a:latin typeface="Onest Medium" pitchFamily="2" charset="0"/>
              </a:defRPr>
            </a:lvl5pPr>
            <a:lvl6pPr marL="0" indent="0">
              <a:spcBef>
                <a:spcPts val="0"/>
              </a:spcBef>
              <a:spcAft>
                <a:spcPts val="0"/>
              </a:spcAft>
              <a:buFont typeface="Arial" panose="020B0604020202020204" pitchFamily="34" charset="0"/>
              <a:buNone/>
              <a:defRPr sz="1800">
                <a:latin typeface="Onest Medium" pitchFamily="2" charset="0"/>
              </a:defRPr>
            </a:lvl6pPr>
            <a:lvl7pPr marL="0" indent="0">
              <a:spcBef>
                <a:spcPts val="0"/>
              </a:spcBef>
              <a:spcAft>
                <a:spcPts val="0"/>
              </a:spcAft>
              <a:buNone/>
              <a:defRPr sz="1800">
                <a:latin typeface="Onest Medium" pitchFamily="2" charset="0"/>
              </a:defRPr>
            </a:lvl7pPr>
            <a:lvl8pPr marL="0" indent="0">
              <a:spcBef>
                <a:spcPts val="0"/>
              </a:spcBef>
              <a:spcAft>
                <a:spcPts val="0"/>
              </a:spcAft>
              <a:buNone/>
              <a:defRPr sz="1800">
                <a:latin typeface="Onest Medium" pitchFamily="2" charset="0"/>
              </a:defRPr>
            </a:lvl8pPr>
            <a:lvl9pPr marL="0" indent="0">
              <a:spcBef>
                <a:spcPts val="0"/>
              </a:spcBef>
              <a:spcAft>
                <a:spcPts val="0"/>
              </a:spcAft>
              <a:buNone/>
              <a:defRPr sz="1800">
                <a:latin typeface="Onest Medium" pitchFamily="2" charset="0"/>
              </a:defRPr>
            </a:lvl9pPr>
          </a:lstStyle>
          <a:p>
            <a:pPr lvl="0"/>
            <a:r>
              <a:rPr lang="en-GB"/>
              <a:t>Chapter 0X.</a:t>
            </a:r>
          </a:p>
        </p:txBody>
      </p:sp>
      <p:sp>
        <p:nvSpPr>
          <p:cNvPr id="2" name="Titel 1"/>
          <p:cNvSpPr>
            <a:spLocks noGrp="1"/>
          </p:cNvSpPr>
          <p:nvPr>
            <p:ph type="title" hasCustomPrompt="1"/>
          </p:nvPr>
        </p:nvSpPr>
        <p:spPr bwMode="gray">
          <a:xfrm>
            <a:off x="631852" y="2348880"/>
            <a:ext cx="5184000" cy="1223936"/>
          </a:xfrm>
        </p:spPr>
        <p:txBody>
          <a:bodyPr anchor="t"/>
          <a:lstStyle>
            <a:lvl1pPr>
              <a:defRPr sz="4000">
                <a:solidFill>
                  <a:schemeClr val="tx1"/>
                </a:solidFill>
              </a:defRPr>
            </a:lvl1pPr>
          </a:lstStyle>
          <a:p>
            <a:r>
              <a:rPr lang="en-GB"/>
              <a:t>Chapter title</a:t>
            </a:r>
          </a:p>
        </p:txBody>
      </p:sp>
      <p:pic>
        <p:nvPicPr>
          <p:cNvPr id="7" name="Graphic 6">
            <a:extLst>
              <a:ext uri="{FF2B5EF4-FFF2-40B4-BE49-F238E27FC236}">
                <a16:creationId xmlns:a16="http://schemas.microsoft.com/office/drawing/2014/main" id="{107BA4A2-8208-6854-102F-3D7D527297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1" r="50035" b="50031"/>
          <a:stretch/>
        </p:blipFill>
        <p:spPr>
          <a:xfrm>
            <a:off x="6363496" y="1028962"/>
            <a:ext cx="5828504" cy="5829038"/>
          </a:xfrm>
          <a:prstGeom prst="rect">
            <a:avLst/>
          </a:prstGeom>
        </p:spPr>
      </p:pic>
    </p:spTree>
    <p:extLst>
      <p:ext uri="{BB962C8B-B14F-4D97-AF65-F5344CB8AC3E}">
        <p14:creationId xmlns:p14="http://schemas.microsoft.com/office/powerpoint/2010/main" val="29273565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Picture">
    <p:bg>
      <p:bgPr>
        <a:solidFill>
          <a:schemeClr val="tx2"/>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58AB73F0-BBD8-5C26-BE7A-C600237E07E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lvl1pPr>
              <a:defRPr>
                <a:solidFill>
                  <a:srgbClr val="FFFFFF"/>
                </a:solidFill>
              </a:defRPr>
            </a:lvl1pPr>
          </a:lstStyle>
          <a:p>
            <a:fld id="{8FF9B0DE-3FEB-4AA0-B465-B80EF7C1333D}" type="slidenum">
              <a:rPr lang="en-GB" smtClean="0"/>
              <a:pPr/>
              <a:t>‹#›</a:t>
            </a:fld>
            <a:endParaRPr lang="en-GB"/>
          </a:p>
        </p:txBody>
      </p:sp>
      <p:sp>
        <p:nvSpPr>
          <p:cNvPr id="4" name="Text Placeholder 8">
            <a:extLst>
              <a:ext uri="{FF2B5EF4-FFF2-40B4-BE49-F238E27FC236}">
                <a16:creationId xmlns:a16="http://schemas.microsoft.com/office/drawing/2014/main" id="{31FD4F7B-75D0-34AB-50E8-00F67617E16C}"/>
              </a:ext>
            </a:extLst>
          </p:cNvPr>
          <p:cNvSpPr>
            <a:spLocks noGrp="1"/>
          </p:cNvSpPr>
          <p:nvPr>
            <p:ph type="body" sz="quarter" idx="15" hasCustomPrompt="1"/>
          </p:nvPr>
        </p:nvSpPr>
        <p:spPr>
          <a:xfrm>
            <a:off x="631852" y="1772816"/>
            <a:ext cx="5183999" cy="504056"/>
          </a:xfrm>
        </p:spPr>
        <p:txBody>
          <a:bodyPr lIns="18000" anchor="b"/>
          <a:lstStyle>
            <a:lvl1pPr marL="0" indent="0">
              <a:spcBef>
                <a:spcPts val="0"/>
              </a:spcBef>
              <a:spcAft>
                <a:spcPts val="0"/>
              </a:spcAft>
              <a:buFont typeface="Arial" panose="020B0604020202020204" pitchFamily="34" charset="0"/>
              <a:buNone/>
              <a:defRPr sz="18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800">
                <a:solidFill>
                  <a:schemeClr val="tx1"/>
                </a:solidFill>
                <a:latin typeface="Onest Medium" pitchFamily="2" charset="0"/>
              </a:defRPr>
            </a:lvl2pPr>
            <a:lvl3pPr marL="0" indent="0">
              <a:spcBef>
                <a:spcPts val="0"/>
              </a:spcBef>
              <a:spcAft>
                <a:spcPts val="0"/>
              </a:spcAft>
              <a:buNone/>
              <a:defRPr sz="1800">
                <a:solidFill>
                  <a:schemeClr val="tx1"/>
                </a:solidFill>
                <a:latin typeface="Onest Medium" pitchFamily="2" charset="0"/>
              </a:defRPr>
            </a:lvl3pPr>
            <a:lvl4pPr marL="0" indent="0">
              <a:spcBef>
                <a:spcPts val="0"/>
              </a:spcBef>
              <a:spcAft>
                <a:spcPts val="0"/>
              </a:spcAft>
              <a:buNone/>
              <a:defRPr sz="18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8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800">
                <a:solidFill>
                  <a:schemeClr val="tx1"/>
                </a:solidFill>
                <a:latin typeface="Onest Medium" pitchFamily="2" charset="0"/>
              </a:defRPr>
            </a:lvl6pPr>
            <a:lvl7pPr marL="0" indent="0">
              <a:spcBef>
                <a:spcPts val="0"/>
              </a:spcBef>
              <a:spcAft>
                <a:spcPts val="0"/>
              </a:spcAft>
              <a:buNone/>
              <a:defRPr sz="1800">
                <a:solidFill>
                  <a:schemeClr val="tx1"/>
                </a:solidFill>
                <a:latin typeface="Onest Medium" pitchFamily="2" charset="0"/>
              </a:defRPr>
            </a:lvl7pPr>
            <a:lvl8pPr marL="0" indent="0">
              <a:spcBef>
                <a:spcPts val="0"/>
              </a:spcBef>
              <a:spcAft>
                <a:spcPts val="0"/>
              </a:spcAft>
              <a:buNone/>
              <a:defRPr sz="1800">
                <a:solidFill>
                  <a:schemeClr val="tx1"/>
                </a:solidFill>
                <a:latin typeface="Onest Medium" pitchFamily="2" charset="0"/>
              </a:defRPr>
            </a:lvl8pPr>
            <a:lvl9pPr marL="0" indent="0">
              <a:spcBef>
                <a:spcPts val="0"/>
              </a:spcBef>
              <a:spcAft>
                <a:spcPts val="0"/>
              </a:spcAft>
              <a:buNone/>
              <a:defRPr sz="1800">
                <a:solidFill>
                  <a:schemeClr val="tx1"/>
                </a:solidFill>
                <a:latin typeface="Onest Medium" pitchFamily="2" charset="0"/>
              </a:defRPr>
            </a:lvl9pPr>
          </a:lstStyle>
          <a:p>
            <a:pPr lvl="0"/>
            <a:r>
              <a:rPr lang="en-GB"/>
              <a:t>Chapter 0X.</a:t>
            </a:r>
          </a:p>
        </p:txBody>
      </p:sp>
      <p:sp>
        <p:nvSpPr>
          <p:cNvPr id="3" name="Titel 1">
            <a:extLst>
              <a:ext uri="{FF2B5EF4-FFF2-40B4-BE49-F238E27FC236}">
                <a16:creationId xmlns:a16="http://schemas.microsoft.com/office/drawing/2014/main" id="{3B662CD1-20A7-7FCF-36B6-8F04E80142EE}"/>
              </a:ext>
            </a:extLst>
          </p:cNvPr>
          <p:cNvSpPr>
            <a:spLocks noGrp="1"/>
          </p:cNvSpPr>
          <p:nvPr>
            <p:ph type="title" hasCustomPrompt="1"/>
          </p:nvPr>
        </p:nvSpPr>
        <p:spPr bwMode="gray">
          <a:xfrm>
            <a:off x="631852" y="2348880"/>
            <a:ext cx="5184000" cy="1223936"/>
          </a:xfrm>
        </p:spPr>
        <p:txBody>
          <a:bodyPr anchor="t"/>
          <a:lstStyle>
            <a:lvl1pPr>
              <a:defRPr sz="4000">
                <a:solidFill>
                  <a:schemeClr val="tx1"/>
                </a:solidFill>
              </a:defRPr>
            </a:lvl1pPr>
          </a:lstStyle>
          <a:p>
            <a:r>
              <a:rPr lang="en-GB"/>
              <a:t>Chapter title</a:t>
            </a:r>
          </a:p>
        </p:txBody>
      </p:sp>
      <p:sp>
        <p:nvSpPr>
          <p:cNvPr id="7" name="Date Placeholder 3">
            <a:extLst>
              <a:ext uri="{FF2B5EF4-FFF2-40B4-BE49-F238E27FC236}">
                <a16:creationId xmlns:a16="http://schemas.microsoft.com/office/drawing/2014/main" id="{0FC2E49D-109D-F674-5122-39F1FB9101C6}"/>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
        <p:nvSpPr>
          <p:cNvPr id="14" name="Text Placeholder 13">
            <a:extLst>
              <a:ext uri="{FF2B5EF4-FFF2-40B4-BE49-F238E27FC236}">
                <a16:creationId xmlns:a16="http://schemas.microsoft.com/office/drawing/2014/main" id="{FC2139AD-2954-FBFD-3079-17BBEB9E2E8D}"/>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r>
              <a:rPr lang="en-US"/>
              <a:t>Click to edit Master text styles</a:t>
            </a:r>
          </a:p>
        </p:txBody>
      </p:sp>
    </p:spTree>
    <p:extLst>
      <p:ext uri="{BB962C8B-B14F-4D97-AF65-F5344CB8AC3E}">
        <p14:creationId xmlns:p14="http://schemas.microsoft.com/office/powerpoint/2010/main" val="432964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10944224"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gray">
          <a:xfrm>
            <a:off x="623872" y="1773237"/>
            <a:ext cx="10944224"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2" name="Subtitle 2">
            <a:extLst>
              <a:ext uri="{FF2B5EF4-FFF2-40B4-BE49-F238E27FC236}">
                <a16:creationId xmlns:a16="http://schemas.microsoft.com/office/drawing/2014/main" id="{A3B03897-3806-F68F-6FD7-904E56AC4C6B}"/>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7649011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 Margi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F220C-C7CD-76AD-9FC1-A0856AB0E267}"/>
              </a:ext>
              <a:ext uri="{C183D7F6-B498-43B3-948B-1728B52AA6E4}">
                <adec:decorative xmlns:adec="http://schemas.microsoft.com/office/drawing/2017/decorative" val="1"/>
              </a:ext>
            </a:extLst>
          </p:cNvPr>
          <p:cNvSpPr/>
          <p:nvPr userDrawn="1"/>
        </p:nvSpPr>
        <p:spPr bwMode="gray">
          <a:xfrm>
            <a:off x="8112125" y="0"/>
            <a:ext cx="4079875" cy="6858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625397">
              <a:lnSpc>
                <a:spcPct val="130000"/>
              </a:lnSpc>
              <a:spcBef>
                <a:spcPts val="200"/>
              </a:spcBef>
              <a:spcAft>
                <a:spcPts val="200"/>
              </a:spcAft>
            </a:pPr>
            <a:endParaRPr lang="en-GB" sz="1200">
              <a:solidFill>
                <a:schemeClr val="tx1"/>
              </a:solidFill>
            </a:endParaRPr>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6911975"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gray">
          <a:xfrm>
            <a:off x="623872" y="1773238"/>
            <a:ext cx="6911991"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8688388" y="1773238"/>
            <a:ext cx="2879725" cy="4464050"/>
          </a:xfrm>
        </p:spPr>
        <p:txBody>
          <a:bodyPr/>
          <a:lstStyle>
            <a:lvl1pPr>
              <a:spcBef>
                <a:spcPts val="200"/>
              </a:spcBef>
              <a:spcAft>
                <a:spcPts val="200"/>
              </a:spcAft>
              <a:defRPr sz="1000"/>
            </a:lvl1pPr>
            <a:lvl2pPr>
              <a:spcBef>
                <a:spcPts val="1200"/>
              </a:spcBef>
              <a:spcAft>
                <a:spcPts val="200"/>
              </a:spcAft>
              <a:defRPr sz="1400"/>
            </a:lvl2pPr>
            <a:lvl3pPr marL="108000" indent="-108000">
              <a:spcBef>
                <a:spcPts val="200"/>
              </a:spcBef>
              <a:spcAft>
                <a:spcPts val="200"/>
              </a:spcAft>
              <a:defRPr sz="1000"/>
            </a:lvl3pPr>
            <a:lvl4pPr marL="216000" indent="-108000">
              <a:spcBef>
                <a:spcPts val="200"/>
              </a:spcBef>
              <a:spcAft>
                <a:spcPts val="200"/>
              </a:spcAft>
              <a:defRPr sz="1000"/>
            </a:lvl4pPr>
            <a:lvl5pPr marL="324000" indent="-108000">
              <a:spcBef>
                <a:spcPts val="200"/>
              </a:spcBef>
              <a:spcAft>
                <a:spcPts val="200"/>
              </a:spcAft>
              <a:defRPr sz="1000"/>
            </a:lvl5pPr>
            <a:lvl6pPr>
              <a:defRPr sz="1000"/>
            </a:lvl6pPr>
            <a:lvl7pPr marL="0">
              <a:defRPr sz="1400"/>
            </a:lvl7pPr>
            <a:lvl8pPr marL="108000">
              <a:defRPr sz="1000"/>
            </a:lvl8pPr>
            <a:lvl9pPr marL="216000">
              <a:defRPr sz="1000"/>
            </a:lvl9pPr>
          </a:lstStyle>
          <a:p>
            <a:pPr lvl="0"/>
            <a:r>
              <a:rPr lang="en-GB"/>
              <a:t>First list level: body text in 10 pt (Please use the "Increase/Decrease List Level" buttons on the “Home" tab to switch between the predefined text formats.) </a:t>
            </a:r>
          </a:p>
          <a:p>
            <a:pPr lvl="1"/>
            <a:r>
              <a:rPr lang="en-GB"/>
              <a:t>2nd level, subheading in 14 pt</a:t>
            </a:r>
          </a:p>
          <a:p>
            <a:pPr lvl="2"/>
            <a:r>
              <a:rPr lang="en-GB"/>
              <a:t>3rd level, 1. bullet list in 10 pt</a:t>
            </a:r>
          </a:p>
          <a:p>
            <a:pPr lvl="3"/>
            <a:r>
              <a:rPr lang="en-GB"/>
              <a:t>4th level, 2. bullet list in 10 pt</a:t>
            </a:r>
          </a:p>
          <a:p>
            <a:pPr lvl="4"/>
            <a:r>
              <a:rPr lang="en-GB"/>
              <a:t>5th level, 3. bullet list in 10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7" name="TextBox 6">
            <a:extLst>
              <a:ext uri="{FF2B5EF4-FFF2-40B4-BE49-F238E27FC236}">
                <a16:creationId xmlns:a16="http://schemas.microsoft.com/office/drawing/2014/main" id="{887251B3-800C-C616-EE4B-00036F8126AA}"/>
              </a:ext>
              <a:ext uri="{C183D7F6-B498-43B3-948B-1728B52AA6E4}">
                <adec:decorative xmlns:adec="http://schemas.microsoft.com/office/drawing/2017/decorative" val="1"/>
              </a:ext>
            </a:extLst>
          </p:cNvPr>
          <p:cNvSpPr txBox="1"/>
          <p:nvPr userDrawn="1"/>
        </p:nvSpPr>
        <p:spPr bwMode="gray">
          <a:xfrm>
            <a:off x="8688388" y="6525360"/>
            <a:ext cx="2303964" cy="144000"/>
          </a:xfrm>
          <a:prstGeom prst="rect">
            <a:avLst/>
          </a:prstGeom>
          <a:noFill/>
        </p:spPr>
        <p:txBody>
          <a:bodyPr wrap="square" lIns="0" tIns="0" rIns="0" bIns="0" rtlCol="0" anchor="ctr">
            <a:noAutofit/>
          </a:bodyPr>
          <a:lstStyle/>
          <a:p>
            <a:pPr algn="r">
              <a:spcBef>
                <a:spcPts val="200"/>
              </a:spcBef>
              <a:spcAft>
                <a:spcPts val="200"/>
              </a:spcAft>
            </a:pPr>
            <a:r>
              <a:rPr lang="en-US" sz="700">
                <a:solidFill>
                  <a:srgbClr val="8F8F8B"/>
                </a:solidFill>
                <a:latin typeface="Onest" pitchFamily="2" charset="0"/>
              </a:rPr>
              <a:t>© </a:t>
            </a:r>
            <a:fld id="{65AA3366-D36B-409F-9579-6FB93E52943B}" type="datetimeyyyy">
              <a:rPr lang="en-US" sz="700" smtClean="0">
                <a:solidFill>
                  <a:srgbClr val="8F8F8B"/>
                </a:solidFill>
                <a:latin typeface="Onest" pitchFamily="2" charset="0"/>
              </a:rPr>
              <a:t>2026</a:t>
            </a:fld>
            <a:r>
              <a:rPr lang="en-US" sz="700">
                <a:solidFill>
                  <a:srgbClr val="8F8F8B"/>
                </a:solidFill>
                <a:latin typeface="Onest" pitchFamily="2" charset="0"/>
              </a:rPr>
              <a:t> BlackBerry Limited. All rights reserved.</a:t>
            </a:r>
          </a:p>
        </p:txBody>
      </p:sp>
      <p:sp>
        <p:nvSpPr>
          <p:cNvPr id="4" name="Subtitle 2">
            <a:extLst>
              <a:ext uri="{FF2B5EF4-FFF2-40B4-BE49-F238E27FC236}">
                <a16:creationId xmlns:a16="http://schemas.microsoft.com/office/drawing/2014/main" id="{E23073BE-1E83-1BD0-5242-99848334803A}"/>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cxnSp>
        <p:nvCxnSpPr>
          <p:cNvPr id="8" name="Straight Connector 7">
            <a:extLst>
              <a:ext uri="{FF2B5EF4-FFF2-40B4-BE49-F238E27FC236}">
                <a16:creationId xmlns:a16="http://schemas.microsoft.com/office/drawing/2014/main" id="{81D1CE6E-D607-1A05-429F-E791D9E66704}"/>
              </a:ext>
              <a:ext uri="{C183D7F6-B498-43B3-948B-1728B52AA6E4}">
                <adec:decorative xmlns:adec="http://schemas.microsoft.com/office/drawing/2017/decorative" val="1"/>
              </a:ext>
            </a:extLst>
          </p:cNvPr>
          <p:cNvCxnSpPr>
            <a:cxnSpLocks/>
          </p:cNvCxnSpPr>
          <p:nvPr userDrawn="1"/>
        </p:nvCxnSpPr>
        <p:spPr bwMode="ltGray">
          <a:xfrm>
            <a:off x="8112224" y="1773238"/>
            <a:ext cx="0" cy="4469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9" name="Logo">
            <a:extLst>
              <a:ext uri="{FF2B5EF4-FFF2-40B4-BE49-F238E27FC236}">
                <a16:creationId xmlns:a16="http://schemas.microsoft.com/office/drawing/2014/main" id="{A6D92AC3-90E1-30AB-3D66-CED09E8EC3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2755087783"/>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orient="horz" pos="1117" userDrawn="1">
          <p15:clr>
            <a:srgbClr val="5ACBF0"/>
          </p15:clr>
        </p15:guide>
        <p15:guide id="4" orient="horz" pos="391" userDrawn="1">
          <p15:clr>
            <a:srgbClr val="5ACBF0"/>
          </p15:clr>
        </p15:guide>
        <p15:guide id="5" pos="7287" userDrawn="1">
          <p15:clr>
            <a:srgbClr val="5ACBF0"/>
          </p15:clr>
        </p15:guide>
        <p15:guide id="6" pos="5473" userDrawn="1">
          <p15:clr>
            <a:srgbClr val="5ACBF0"/>
          </p15:clr>
        </p15:guide>
        <p15:guide id="7" pos="4747"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8"/>
            <a:ext cx="5184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6383338" y="1773238"/>
            <a:ext cx="5184775"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04E22620-C5EB-723D-2103-12C2232EDA02}"/>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831577900"/>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pos="4021" userDrawn="1">
          <p15:clr>
            <a:srgbClr val="5ACBF0"/>
          </p15:clr>
        </p15:guide>
        <p15:guide id="5" pos="3659" userDrawn="1">
          <p15:clr>
            <a:srgbClr val="5ACBF0"/>
          </p15:clr>
        </p15:guide>
        <p15:guide id="6" orient="horz" pos="391" userDrawn="1">
          <p15:clr>
            <a:srgbClr val="5ACBF0"/>
          </p15:clr>
        </p15:guide>
        <p15:guide id="7" orient="horz" pos="3929"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7"/>
            <a:ext cx="3240000"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4476240" y="1773238"/>
            <a:ext cx="3240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gray">
          <a:xfrm>
            <a:off x="8328608" y="1773238"/>
            <a:ext cx="3240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31E0CD1D-FE11-E070-9C4E-136B507BEEA5}"/>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7090783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434" userDrawn="1">
          <p15:clr>
            <a:srgbClr val="5ACBF0"/>
          </p15:clr>
        </p15:guide>
        <p15:guide id="7" pos="2820" userDrawn="1">
          <p15:clr>
            <a:srgbClr val="5ACBF0"/>
          </p15:clr>
        </p15:guide>
        <p15:guide id="8" pos="4861" userDrawn="1">
          <p15:clr>
            <a:srgbClr val="5ACBF0"/>
          </p15:clr>
        </p15:guide>
        <p15:guide id="9" pos="5246"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7"/>
            <a:ext cx="2304000"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3503712"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gray">
          <a:xfrm>
            <a:off x="6384032"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9" name="Inhaltsplatzhalter 3">
            <a:extLst>
              <a:ext uri="{FF2B5EF4-FFF2-40B4-BE49-F238E27FC236}">
                <a16:creationId xmlns:a16="http://schemas.microsoft.com/office/drawing/2014/main" id="{8FA3A1E1-08E1-874A-0A45-58B204B3C890}"/>
              </a:ext>
            </a:extLst>
          </p:cNvPr>
          <p:cNvSpPr>
            <a:spLocks noGrp="1"/>
          </p:cNvSpPr>
          <p:nvPr>
            <p:ph sz="half" idx="16" hasCustomPrompt="1"/>
          </p:nvPr>
        </p:nvSpPr>
        <p:spPr bwMode="gray">
          <a:xfrm>
            <a:off x="9263118"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B4D27B05-6A39-67F6-27D2-3552819ABC64}"/>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71288286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1844" userDrawn="1">
          <p15:clr>
            <a:srgbClr val="5ACBF0"/>
          </p15:clr>
        </p15:guide>
        <p15:guide id="7" pos="2207" userDrawn="1">
          <p15:clr>
            <a:srgbClr val="5ACBF0"/>
          </p15:clr>
        </p15:guide>
        <p15:guide id="8" pos="3659" userDrawn="1">
          <p15:clr>
            <a:srgbClr val="5ACBF0"/>
          </p15:clr>
        </p15:guide>
        <p15:guide id="9" pos="5473" userDrawn="1">
          <p15:clr>
            <a:srgbClr val="5ACBF0"/>
          </p15:clr>
        </p15:guide>
        <p15:guide id="11" pos="4021" userDrawn="1">
          <p15:clr>
            <a:srgbClr val="5ACBF0"/>
          </p15:clr>
        </p15:guide>
        <p15:guide id="12" pos="5836"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ntent | Picture Righ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8"/>
            <a:ext cx="3456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5232400" y="1773238"/>
            <a:ext cx="6335713" cy="446405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1E0BBA77-A61C-80AF-78D9-8C02CD3C0351}"/>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604280"/>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570" userDrawn="1">
          <p15:clr>
            <a:srgbClr val="5ACBF0"/>
          </p15:clr>
        </p15:guide>
        <p15:guide id="7" pos="3296"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ntent | Picture Lef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959600" y="620687"/>
            <a:ext cx="4608512" cy="504000"/>
          </a:xfrm>
        </p:spPr>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960096" y="1773238"/>
            <a:ext cx="4608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623392" y="620713"/>
            <a:ext cx="5184000" cy="5616575"/>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A1F83972-D57B-2393-82D2-6CA362BB7109}"/>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4022514049"/>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3659" userDrawn="1">
          <p15:clr>
            <a:srgbClr val="5ACBF0"/>
          </p15:clr>
        </p15:guide>
        <p15:guide id="7" pos="438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Bildplatzhalter 8">
            <a:extLst>
              <a:ext uri="{FF2B5EF4-FFF2-40B4-BE49-F238E27FC236}">
                <a16:creationId xmlns:a16="http://schemas.microsoft.com/office/drawing/2014/main" id="{41177C3D-1294-DFF4-E6B0-1F16699BF2C0}"/>
              </a:ext>
            </a:extLst>
          </p:cNvPr>
          <p:cNvSpPr>
            <a:spLocks noGrp="1"/>
          </p:cNvSpPr>
          <p:nvPr>
            <p:ph type="pic" sz="quarter" idx="13"/>
          </p:nvPr>
        </p:nvSpPr>
        <p:spPr bwMode="gray">
          <a:xfrm>
            <a:off x="623872" y="1773238"/>
            <a:ext cx="10944241" cy="446405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FCF619C6-A2E4-8B7D-3EB4-FAFDB97CAB60}"/>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1507138049"/>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orient="horz" pos="392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9326953-2E70-0688-8FC9-8BB3D6019A24}"/>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lang="en-US" smtClean="0">
                <a:noFill/>
              </a:defRPr>
            </a:lvl1pPr>
          </a:lstStyle>
          <a:p>
            <a:r>
              <a:rPr lang="en-GB"/>
              <a:t>CONFIDENTIAL – SHARED UNDER NDA. DO NOT FORWARD.</a:t>
            </a:r>
          </a:p>
        </p:txBody>
      </p:sp>
      <p:sp>
        <p:nvSpPr>
          <p:cNvPr id="7" name="Foliennummernplatzhalter 6"/>
          <p:cNvSpPr>
            <a:spLocks noGrp="1"/>
          </p:cNvSpPr>
          <p:nvPr>
            <p:ph type="sldNum" sz="quarter" idx="12"/>
          </p:nvPr>
        </p:nvSpPr>
        <p:spPr bwMode="gray">
          <a:xfrm>
            <a:off x="11208112" y="6525360"/>
            <a:ext cx="360000" cy="144000"/>
          </a:xfrm>
        </p:spPr>
        <p:txBody>
          <a:bodyPr/>
          <a:lstStyle>
            <a:lvl1pPr>
              <a:defRPr>
                <a:noFill/>
              </a:defRPr>
            </a:lvl1pPr>
          </a:lstStyle>
          <a:p>
            <a:fld id="{8FF9B0DE-3FEB-4AA0-B465-B80EF7C1333D}" type="slidenum">
              <a:rPr lang="en-GB" smtClean="0"/>
              <a:pPr/>
              <a:t>‹#›</a:t>
            </a:fld>
            <a:endParaRPr lang="en-GB"/>
          </a:p>
        </p:txBody>
      </p:sp>
      <p:sp>
        <p:nvSpPr>
          <p:cNvPr id="3" name="Callout: Line 2">
            <a:extLst>
              <a:ext uri="{FF2B5EF4-FFF2-40B4-BE49-F238E27FC236}">
                <a16:creationId xmlns:a16="http://schemas.microsoft.com/office/drawing/2014/main" id="{60375E9F-1DDA-9293-C3FF-E9BF48405967}"/>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18" name="Picture Placeholder 17">
            <a:extLst>
              <a:ext uri="{FF2B5EF4-FFF2-40B4-BE49-F238E27FC236}">
                <a16:creationId xmlns:a16="http://schemas.microsoft.com/office/drawing/2014/main" id="{B8DF295D-CB11-A4FB-5F5E-834306A9FA83}"/>
              </a:ext>
            </a:extLst>
          </p:cNvPr>
          <p:cNvSpPr>
            <a:spLocks noGrp="1"/>
          </p:cNvSpPr>
          <p:nvPr>
            <p:ph type="pic" sz="quarter" idx="13"/>
          </p:nvPr>
        </p:nvSpPr>
        <p:spPr bwMode="gray">
          <a:xfrm>
            <a:off x="0" y="0"/>
            <a:ext cx="12192000" cy="6858001"/>
          </a:xfrm>
          <a:prstGeom prst="rect">
            <a:avLst/>
          </a:pr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16" name="Title 15">
            <a:extLst>
              <a:ext uri="{FF2B5EF4-FFF2-40B4-BE49-F238E27FC236}">
                <a16:creationId xmlns:a16="http://schemas.microsoft.com/office/drawing/2014/main" id="{28C77865-6467-D50F-9DCF-A6AAA413DF6A}"/>
              </a:ext>
            </a:extLst>
          </p:cNvPr>
          <p:cNvSpPr>
            <a:spLocks noGrp="1"/>
          </p:cNvSpPr>
          <p:nvPr>
            <p:ph type="title" hasCustomPrompt="1"/>
          </p:nvPr>
        </p:nvSpPr>
        <p:spPr>
          <a:xfrm>
            <a:off x="623888" y="4365312"/>
            <a:ext cx="5183984" cy="1872000"/>
          </a:xfrm>
          <a:noFill/>
        </p:spPr>
        <p:txBody>
          <a:bodyPr lIns="0" tIns="0" rIns="0" bIns="0" anchor="b"/>
          <a:lstStyle>
            <a:lvl1pPr>
              <a:defRPr lang="en-US" sz="4000" dirty="0">
                <a:solidFill>
                  <a:schemeClr val="tx1"/>
                </a:solidFill>
              </a:defRPr>
            </a:lvl1pPr>
          </a:lstStyle>
          <a:p>
            <a:r>
              <a:rPr lang="en-GB"/>
              <a:t>Add a message aligned to the left or right side</a:t>
            </a:r>
          </a:p>
        </p:txBody>
      </p:sp>
      <p:sp>
        <p:nvSpPr>
          <p:cNvPr id="9" name="Text Placeholder 13">
            <a:extLst>
              <a:ext uri="{FF2B5EF4-FFF2-40B4-BE49-F238E27FC236}">
                <a16:creationId xmlns:a16="http://schemas.microsoft.com/office/drawing/2014/main" id="{CE7A0F38-1378-F695-38F8-206336A8527D}"/>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bg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r>
              <a:rPr lang="en-US"/>
              <a:t>Click to edit Master text styles</a:t>
            </a:r>
          </a:p>
        </p:txBody>
      </p:sp>
    </p:spTree>
    <p:extLst>
      <p:ext uri="{BB962C8B-B14F-4D97-AF65-F5344CB8AC3E}">
        <p14:creationId xmlns:p14="http://schemas.microsoft.com/office/powerpoint/2010/main" val="16226357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93" userDrawn="1">
          <p15:clr>
            <a:srgbClr val="5ACBF0"/>
          </p15:clr>
        </p15:guide>
        <p15:guide id="4" orient="horz" pos="391" userDrawn="1">
          <p15:clr>
            <a:srgbClr val="5ACBF0"/>
          </p15:clr>
        </p15:guide>
        <p15:guide id="5" pos="7287" userDrawn="1">
          <p15:clr>
            <a:srgbClr val="5ACBF0"/>
          </p15:clr>
        </p15:guide>
        <p15:guide id="6" orient="horz" pos="3929"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888" y="1484784"/>
            <a:ext cx="6912000" cy="288000"/>
          </a:xfrm>
        </p:spPr>
        <p:txBody>
          <a:bodyPr anchor="b"/>
          <a:lstStyle>
            <a:lvl1pPr>
              <a:defRPr sz="1800"/>
            </a:lvl1pPr>
          </a:lstStyle>
          <a:p>
            <a:r>
              <a:rPr lang="en-GB"/>
              <a:t>Topic of statement</a:t>
            </a:r>
          </a:p>
        </p:txBody>
      </p:sp>
      <p:sp>
        <p:nvSpPr>
          <p:cNvPr id="6" name="Text Placeholder 5">
            <a:extLst>
              <a:ext uri="{FF2B5EF4-FFF2-40B4-BE49-F238E27FC236}">
                <a16:creationId xmlns:a16="http://schemas.microsoft.com/office/drawing/2014/main" id="{67E6804A-B557-0580-B9FF-6543B0B27020}"/>
              </a:ext>
            </a:extLst>
          </p:cNvPr>
          <p:cNvSpPr>
            <a:spLocks noGrp="1"/>
          </p:cNvSpPr>
          <p:nvPr>
            <p:ph type="body" sz="quarter" idx="16" hasCustomPrompt="1"/>
          </p:nvPr>
        </p:nvSpPr>
        <p:spPr>
          <a:xfrm>
            <a:off x="623888" y="2204864"/>
            <a:ext cx="6911975" cy="4032000"/>
          </a:xfrm>
        </p:spPr>
        <p:txBody>
          <a:bodyPr/>
          <a:lstStyle>
            <a:lvl1pPr marL="0" indent="0">
              <a:spcBef>
                <a:spcPts val="600"/>
              </a:spcBef>
              <a:spcAft>
                <a:spcPts val="600"/>
              </a:spcAft>
              <a:buFont typeface="Arial" panose="020B0604020202020204" pitchFamily="34" charset="0"/>
              <a:buNone/>
              <a:defRPr sz="3200">
                <a:latin typeface="+mn-lt"/>
              </a:defRPr>
            </a:lvl1pPr>
            <a:lvl2pPr marL="0" indent="0">
              <a:spcBef>
                <a:spcPts val="600"/>
              </a:spcBef>
              <a:spcAft>
                <a:spcPts val="600"/>
              </a:spcAft>
              <a:buFont typeface="Arial" panose="020B0604020202020204" pitchFamily="34" charset="0"/>
              <a:buNone/>
              <a:defRPr sz="3200">
                <a:latin typeface="+mn-lt"/>
              </a:defRPr>
            </a:lvl2pPr>
            <a:lvl3pPr marL="0" indent="0">
              <a:spcBef>
                <a:spcPts val="600"/>
              </a:spcBef>
              <a:spcAft>
                <a:spcPts val="600"/>
              </a:spcAft>
              <a:buNone/>
              <a:defRPr sz="3200">
                <a:latin typeface="+mn-lt"/>
              </a:defRPr>
            </a:lvl3pPr>
            <a:lvl4pPr marL="0" indent="0">
              <a:spcBef>
                <a:spcPts val="600"/>
              </a:spcBef>
              <a:spcAft>
                <a:spcPts val="600"/>
              </a:spcAft>
              <a:buNone/>
              <a:defRPr sz="3200">
                <a:latin typeface="+mn-lt"/>
              </a:defRPr>
            </a:lvl4pPr>
            <a:lvl5pPr marL="0" indent="0">
              <a:spcBef>
                <a:spcPts val="600"/>
              </a:spcBef>
              <a:spcAft>
                <a:spcPts val="600"/>
              </a:spcAft>
              <a:buFont typeface="Arial" panose="020B0604020202020204" pitchFamily="34" charset="0"/>
              <a:buNone/>
              <a:defRPr sz="3200">
                <a:latin typeface="+mn-lt"/>
              </a:defRPr>
            </a:lvl5pPr>
            <a:lvl6pPr marL="0" indent="0">
              <a:spcBef>
                <a:spcPts val="600"/>
              </a:spcBef>
              <a:spcAft>
                <a:spcPts val="600"/>
              </a:spcAft>
              <a:buFont typeface="Arial" panose="020B0604020202020204" pitchFamily="34" charset="0"/>
              <a:buNone/>
              <a:defRPr sz="3200">
                <a:latin typeface="+mn-lt"/>
              </a:defRPr>
            </a:lvl6pPr>
            <a:lvl7pPr marL="0" indent="0">
              <a:spcBef>
                <a:spcPts val="600"/>
              </a:spcBef>
              <a:spcAft>
                <a:spcPts val="600"/>
              </a:spcAft>
              <a:buNone/>
              <a:defRPr sz="3200">
                <a:latin typeface="+mn-lt"/>
              </a:defRPr>
            </a:lvl7pPr>
            <a:lvl8pPr marL="0" indent="0">
              <a:spcBef>
                <a:spcPts val="600"/>
              </a:spcBef>
              <a:spcAft>
                <a:spcPts val="600"/>
              </a:spcAft>
              <a:buNone/>
              <a:defRPr sz="3200">
                <a:latin typeface="+mn-lt"/>
              </a:defRPr>
            </a:lvl8pPr>
            <a:lvl9pPr marL="0" indent="0">
              <a:spcBef>
                <a:spcPts val="600"/>
              </a:spcBef>
              <a:spcAft>
                <a:spcPts val="600"/>
              </a:spcAft>
              <a:buNone/>
              <a:defRPr sz="3200">
                <a:latin typeface="+mn-lt"/>
              </a:defRPr>
            </a:lvl9pPr>
          </a:lstStyle>
          <a:p>
            <a:pPr lvl="0"/>
            <a:r>
              <a:rPr lang="en-GB"/>
              <a:t>Add an important statement</a:t>
            </a:r>
          </a:p>
          <a:p>
            <a:pPr lvl="1"/>
            <a:endParaRPr lang="en-GB"/>
          </a:p>
        </p:txBody>
      </p:sp>
      <p:pic>
        <p:nvPicPr>
          <p:cNvPr id="20" name="Graphic 19">
            <a:extLst>
              <a:ext uri="{FF2B5EF4-FFF2-40B4-BE49-F238E27FC236}">
                <a16:creationId xmlns:a16="http://schemas.microsoft.com/office/drawing/2014/main" id="{D87F7DD5-FE55-1757-0CD4-20FAE20C2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a:off x="9606976" y="0"/>
            <a:ext cx="2585024" cy="6858000"/>
          </a:xfrm>
          <a:prstGeom prst="rect">
            <a:avLst/>
          </a:prstGeom>
        </p:spPr>
      </p:pic>
      <p:sp>
        <p:nvSpPr>
          <p:cNvPr id="3" name="Subtitle 2">
            <a:extLst>
              <a:ext uri="{FF2B5EF4-FFF2-40B4-BE49-F238E27FC236}">
                <a16:creationId xmlns:a16="http://schemas.microsoft.com/office/drawing/2014/main" id="{47C0BC4A-2B94-C4C8-BAB0-C51AE88EEDC6}"/>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
        <p:nvSpPr>
          <p:cNvPr id="8" name="Box">
            <a:extLst>
              <a:ext uri="{FF2B5EF4-FFF2-40B4-BE49-F238E27FC236}">
                <a16:creationId xmlns:a16="http://schemas.microsoft.com/office/drawing/2014/main" id="{92158078-B084-7032-049C-D8E684B4C9E1}"/>
              </a:ext>
            </a:extLst>
          </p:cNvPr>
          <p:cNvSpPr/>
          <p:nvPr userDrawn="1"/>
        </p:nvSpPr>
        <p:spPr bwMode="gray">
          <a:xfrm>
            <a:off x="10580483" y="-1"/>
            <a:ext cx="1276157" cy="9648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Logo">
            <a:extLst>
              <a:ext uri="{FF2B5EF4-FFF2-40B4-BE49-F238E27FC236}">
                <a16:creationId xmlns:a16="http://schemas.microsoft.com/office/drawing/2014/main" id="{0B7ACAED-396E-E25D-4F15-E1673FF6606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397724408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4747" userDrawn="1">
          <p15:clr>
            <a:srgbClr val="5ACBF0"/>
          </p15:clr>
        </p15:guide>
        <p15:guide id="5" orient="horz" pos="1389"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Subtitle 2">
            <a:extLst>
              <a:ext uri="{FF2B5EF4-FFF2-40B4-BE49-F238E27FC236}">
                <a16:creationId xmlns:a16="http://schemas.microsoft.com/office/drawing/2014/main" id="{B9C45FCD-6CD9-C35E-4E96-71C11BF3EEB4}"/>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538990565"/>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391" userDrawn="1">
          <p15:clr>
            <a:srgbClr val="5ACBF0"/>
          </p15:clr>
        </p15:guide>
        <p15:guide id="5" orient="horz" pos="1117"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820F22-AB0B-FCC4-19F4-47AB9C42AB26}"/>
              </a:ext>
            </a:extLst>
          </p:cNvPr>
          <p:cNvSpPr>
            <a:spLocks noGrp="1"/>
          </p:cNvSpPr>
          <p:nvPr>
            <p:ph type="title" hasCustomPrompt="1"/>
          </p:nvPr>
        </p:nvSpPr>
        <p:spPr>
          <a:xfrm>
            <a:off x="3503613" y="2913719"/>
            <a:ext cx="2880522" cy="1008112"/>
          </a:xfrm>
        </p:spPr>
        <p:txBody>
          <a:bodyPr tIns="0" anchor="ctr"/>
          <a:lstStyle>
            <a:lvl1pPr>
              <a:defRPr/>
            </a:lvl1pPr>
          </a:lstStyle>
          <a:p>
            <a:r>
              <a:rPr lang="en-GB" noProof="0"/>
              <a:t>Thank you</a:t>
            </a:r>
          </a:p>
        </p:txBody>
      </p:sp>
      <p:sp>
        <p:nvSpPr>
          <p:cNvPr id="8" name="Textplatzhalter 7"/>
          <p:cNvSpPr>
            <a:spLocks noGrp="1"/>
          </p:cNvSpPr>
          <p:nvPr>
            <p:ph type="body" sz="quarter" idx="10" hasCustomPrompt="1"/>
          </p:nvPr>
        </p:nvSpPr>
        <p:spPr bwMode="gray">
          <a:xfrm>
            <a:off x="6959599" y="3284984"/>
            <a:ext cx="3457575" cy="2952000"/>
          </a:xfrm>
        </p:spPr>
        <p:txBody>
          <a:bodyPr anchor="t"/>
          <a:lstStyle>
            <a:lvl1pPr algn="l">
              <a:spcBef>
                <a:spcPts val="200"/>
              </a:spcBef>
              <a:spcAft>
                <a:spcPts val="200"/>
              </a:spcAft>
              <a:defRPr sz="1800" b="0">
                <a:solidFill>
                  <a:schemeClr val="bg2"/>
                </a:solidFill>
                <a:latin typeface="+mj-lt"/>
              </a:defRPr>
            </a:lvl1pPr>
            <a:lvl2pPr marL="0" indent="0" algn="l">
              <a:spcBef>
                <a:spcPts val="200"/>
              </a:spcBef>
              <a:spcAft>
                <a:spcPts val="1200"/>
              </a:spcAft>
              <a:buFont typeface="Arial" panose="020B0604020202020204" pitchFamily="34" charset="0"/>
              <a:buNone/>
              <a:tabLst>
                <a:tab pos="723900" algn="l"/>
              </a:tabLst>
              <a:defRPr sz="1000" b="0">
                <a:latin typeface="+mn-lt"/>
              </a:defRPr>
            </a:lvl2pPr>
            <a:lvl3pPr marL="0" indent="0" algn="l">
              <a:spcBef>
                <a:spcPts val="200"/>
              </a:spcBef>
              <a:spcAft>
                <a:spcPts val="200"/>
              </a:spcAft>
              <a:buNone/>
              <a:tabLst>
                <a:tab pos="723900" algn="l"/>
              </a:tabLst>
              <a:defRPr sz="1400" b="0">
                <a:latin typeface="+mn-lt"/>
              </a:defRPr>
            </a:lvl3pPr>
            <a:lvl4pPr marL="0" indent="0" algn="l">
              <a:spcBef>
                <a:spcPts val="200"/>
              </a:spcBef>
              <a:spcAft>
                <a:spcPts val="200"/>
              </a:spcAft>
              <a:buNone/>
              <a:tabLst>
                <a:tab pos="723900" algn="l"/>
              </a:tabLst>
              <a:defRPr sz="1400" b="0">
                <a:latin typeface="+mn-lt"/>
              </a:defRPr>
            </a:lvl4pPr>
            <a:lvl5pPr marL="0" indent="0" algn="l">
              <a:spcBef>
                <a:spcPts val="200"/>
              </a:spcBef>
              <a:spcAft>
                <a:spcPts val="200"/>
              </a:spcAft>
              <a:buNone/>
              <a:tabLst>
                <a:tab pos="723900" algn="l"/>
              </a:tabLst>
              <a:defRPr sz="1400" b="0">
                <a:latin typeface="+mn-lt"/>
              </a:defRPr>
            </a:lvl5pPr>
            <a:lvl6pPr marL="0" indent="0">
              <a:spcBef>
                <a:spcPts val="200"/>
              </a:spcBef>
              <a:spcAft>
                <a:spcPts val="200"/>
              </a:spcAft>
              <a:buNone/>
              <a:tabLst>
                <a:tab pos="723900" algn="l"/>
              </a:tabLst>
              <a:defRPr sz="1400" b="0">
                <a:latin typeface="+mn-lt"/>
              </a:defRPr>
            </a:lvl6pPr>
            <a:lvl7pPr marL="0" indent="0">
              <a:spcBef>
                <a:spcPts val="200"/>
              </a:spcBef>
              <a:spcAft>
                <a:spcPts val="200"/>
              </a:spcAft>
              <a:buNone/>
              <a:tabLst>
                <a:tab pos="723900" algn="l"/>
              </a:tabLst>
              <a:defRPr sz="1400" b="0">
                <a:latin typeface="+mn-lt"/>
              </a:defRPr>
            </a:lvl7pPr>
            <a:lvl8pPr marL="0" indent="0">
              <a:spcBef>
                <a:spcPts val="200"/>
              </a:spcBef>
              <a:spcAft>
                <a:spcPts val="200"/>
              </a:spcAft>
              <a:buNone/>
              <a:tabLst>
                <a:tab pos="723900" algn="l"/>
              </a:tabLst>
              <a:defRPr sz="1400" b="0">
                <a:latin typeface="+mn-lt"/>
              </a:defRPr>
            </a:lvl8pPr>
            <a:lvl9pPr marL="0" indent="0">
              <a:spcBef>
                <a:spcPts val="200"/>
              </a:spcBef>
              <a:spcAft>
                <a:spcPts val="200"/>
              </a:spcAft>
              <a:buNone/>
              <a:tabLst>
                <a:tab pos="723900" algn="l"/>
              </a:tabLst>
              <a:defRPr sz="1400" b="0">
                <a:latin typeface="+mn-lt"/>
              </a:defRPr>
            </a:lvl9pPr>
          </a:lstStyle>
          <a:p>
            <a:pPr lvl="0"/>
            <a:r>
              <a:rPr lang="en-GB"/>
              <a:t>Name Surname</a:t>
            </a:r>
          </a:p>
          <a:p>
            <a:pPr lvl="1"/>
            <a:r>
              <a:rPr lang="en-GB"/>
              <a:t>Job title</a:t>
            </a:r>
          </a:p>
          <a:p>
            <a:pPr lvl="2"/>
            <a:r>
              <a:rPr lang="en-GB"/>
              <a:t>Contact data</a:t>
            </a:r>
          </a:p>
          <a:p>
            <a:pPr lvl="3"/>
            <a:endParaRPr lang="en-GB"/>
          </a:p>
        </p:txBody>
      </p:sp>
      <p:pic>
        <p:nvPicPr>
          <p:cNvPr id="2" name="Graphic 1">
            <a:extLst>
              <a:ext uri="{FF2B5EF4-FFF2-40B4-BE49-F238E27FC236}">
                <a16:creationId xmlns:a16="http://schemas.microsoft.com/office/drawing/2014/main" id="{F3784D80-5586-6198-7C51-BAE686880F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rot="10800000">
            <a:off x="1" y="0"/>
            <a:ext cx="2585024" cy="6858000"/>
          </a:xfrm>
          <a:prstGeom prst="rect">
            <a:avLst/>
          </a:prstGeom>
        </p:spPr>
      </p:pic>
      <p:sp>
        <p:nvSpPr>
          <p:cNvPr id="10" name="Bildplatzhalter 8">
            <a:extLst>
              <a:ext uri="{FF2B5EF4-FFF2-40B4-BE49-F238E27FC236}">
                <a16:creationId xmlns:a16="http://schemas.microsoft.com/office/drawing/2014/main" id="{14649956-A4E1-EFE1-CA84-A162CF80FADE}"/>
              </a:ext>
              <a:ext uri="{C183D7F6-B498-43B3-948B-1728B52AA6E4}">
                <adec:decorative xmlns:adec="http://schemas.microsoft.com/office/drawing/2017/decorative" val="1"/>
              </a:ext>
            </a:extLst>
          </p:cNvPr>
          <p:cNvSpPr>
            <a:spLocks noGrp="1"/>
          </p:cNvSpPr>
          <p:nvPr>
            <p:ph type="pic" sz="quarter" idx="13"/>
          </p:nvPr>
        </p:nvSpPr>
        <p:spPr bwMode="gray">
          <a:xfrm>
            <a:off x="6959600" y="620712"/>
            <a:ext cx="3457575" cy="230400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3" name="Footer Placeholder 2">
            <a:extLst>
              <a:ext uri="{FF2B5EF4-FFF2-40B4-BE49-F238E27FC236}">
                <a16:creationId xmlns:a16="http://schemas.microsoft.com/office/drawing/2014/main" id="{2C38488C-A96B-B4B3-DB18-1F5E65734A3A}"/>
              </a:ext>
            </a:extLst>
          </p:cNvPr>
          <p:cNvSpPr>
            <a:spLocks noGrp="1"/>
          </p:cNvSpPr>
          <p:nvPr>
            <p:ph type="ftr" sz="quarter" idx="14"/>
          </p:nvPr>
        </p:nvSpPr>
        <p:spPr/>
        <p:txBody>
          <a:bodyPr/>
          <a:lstStyle>
            <a:lvl1pPr>
              <a:defRPr>
                <a:noFill/>
              </a:defRPr>
            </a:lvl1pPr>
          </a:lstStyle>
          <a:p>
            <a:r>
              <a:rPr lang="en-GB"/>
              <a:t>CONFIDENTIAL – SHARED UNDER NDA. DO NOT FORWARD.</a:t>
            </a:r>
          </a:p>
        </p:txBody>
      </p:sp>
      <p:sp>
        <p:nvSpPr>
          <p:cNvPr id="4" name="Slide Number Placeholder 3">
            <a:extLst>
              <a:ext uri="{FF2B5EF4-FFF2-40B4-BE49-F238E27FC236}">
                <a16:creationId xmlns:a16="http://schemas.microsoft.com/office/drawing/2014/main" id="{3FA4F607-54F9-CE0E-66F1-C7A641F7594B}"/>
              </a:ext>
            </a:extLst>
          </p:cNvPr>
          <p:cNvSpPr>
            <a:spLocks noGrp="1"/>
          </p:cNvSpPr>
          <p:nvPr>
            <p:ph type="sldNum" sz="quarter" idx="15"/>
          </p:nvPr>
        </p:nvSpPr>
        <p:spPr/>
        <p:txBody>
          <a:bodyPr/>
          <a:lstStyle>
            <a:lvl1pPr>
              <a:defRPr>
                <a:noFill/>
              </a:defRPr>
            </a:lvl1pPr>
          </a:lstStyle>
          <a:p>
            <a:fld id="{8FF9B0DE-3FEB-4AA0-B465-B80EF7C1333D}" type="slidenum">
              <a:rPr lang="en-GB" smtClean="0"/>
              <a:pPr/>
              <a:t>‹#›</a:t>
            </a:fld>
            <a:endParaRPr lang="en-GB"/>
          </a:p>
        </p:txBody>
      </p:sp>
      <p:sp>
        <p:nvSpPr>
          <p:cNvPr id="6" name="Date Placeholder 3">
            <a:extLst>
              <a:ext uri="{FF2B5EF4-FFF2-40B4-BE49-F238E27FC236}">
                <a16:creationId xmlns:a16="http://schemas.microsoft.com/office/drawing/2014/main" id="{664BB849-B7FC-3952-913B-F400FD50800B}"/>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pic>
        <p:nvPicPr>
          <p:cNvPr id="9" name="Logo">
            <a:extLst>
              <a:ext uri="{FF2B5EF4-FFF2-40B4-BE49-F238E27FC236}">
                <a16:creationId xmlns:a16="http://schemas.microsoft.com/office/drawing/2014/main" id="{C2EB24EB-2820-8054-D726-2EC0B4AC533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1494416066"/>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6562" userDrawn="1">
          <p15:clr>
            <a:srgbClr val="5ACBF0"/>
          </p15:clr>
        </p15:guide>
        <p15:guide id="4" orient="horz" pos="391" userDrawn="1">
          <p15:clr>
            <a:srgbClr val="5ACBF0"/>
          </p15:clr>
        </p15:guide>
        <p15:guide id="5" pos="4384"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 Quadrant Ba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B3A0D8F-9C15-5837-5F96-2D9EA811E7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74954" b="22415"/>
          <a:stretch/>
        </p:blipFill>
        <p:spPr>
          <a:xfrm>
            <a:off x="8256241" y="1"/>
            <a:ext cx="3935760" cy="6858000"/>
          </a:xfrm>
          <a:prstGeom prst="rect">
            <a:avLst/>
          </a:prstGeom>
        </p:spPr>
      </p:pic>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3068960"/>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4797256"/>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black">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black">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623392" y="620689"/>
            <a:ext cx="1080000" cy="374567"/>
          </a:xfrm>
          <a:prstGeom prst="rect">
            <a:avLst/>
          </a:prstGeom>
        </p:spPr>
      </p:pic>
    </p:spTree>
    <p:extLst>
      <p:ext uri="{BB962C8B-B14F-4D97-AF65-F5344CB8AC3E}">
        <p14:creationId xmlns:p14="http://schemas.microsoft.com/office/powerpoint/2010/main" val="3113491737"/>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Quadrant Radia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3068960"/>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4797256"/>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black">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black">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pic>
        <p:nvPicPr>
          <p:cNvPr id="4" name="Graphic 3">
            <a:extLst>
              <a:ext uri="{FF2B5EF4-FFF2-40B4-BE49-F238E27FC236}">
                <a16:creationId xmlns:a16="http://schemas.microsoft.com/office/drawing/2014/main" id="{0AABD0FE-C518-0C23-6BFE-D56030024D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t="6507" r="50000" b="6507"/>
          <a:stretch/>
        </p:blipFill>
        <p:spPr>
          <a:xfrm>
            <a:off x="8250000" y="0"/>
            <a:ext cx="3942000" cy="6858000"/>
          </a:xfrm>
          <a:prstGeom prst="rect">
            <a:avLst/>
          </a:prstGeom>
        </p:spPr>
      </p:pic>
    </p:spTree>
    <p:extLst>
      <p:ext uri="{BB962C8B-B14F-4D97-AF65-F5344CB8AC3E}">
        <p14:creationId xmlns:p14="http://schemas.microsoft.com/office/powerpoint/2010/main" val="2392575185"/>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Half Pictur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2132856"/>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2493072"/>
            <a:ext cx="518400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3861152"/>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sp>
        <p:nvSpPr>
          <p:cNvPr id="8" name="Picture Placeholder 11">
            <a:extLst>
              <a:ext uri="{FF2B5EF4-FFF2-40B4-BE49-F238E27FC236}">
                <a16:creationId xmlns:a16="http://schemas.microsoft.com/office/drawing/2014/main" id="{C9DEBE27-D875-6FA1-857C-1FAFA560BB4A}"/>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4" name="Fußzeilenplatzhalter 4">
            <a:extLst>
              <a:ext uri="{FF2B5EF4-FFF2-40B4-BE49-F238E27FC236}">
                <a16:creationId xmlns:a16="http://schemas.microsoft.com/office/drawing/2014/main" id="{92882950-AB80-98BF-7E6A-936E99E2FFCF}"/>
              </a:ext>
              <a:ext uri="{C183D7F6-B498-43B3-948B-1728B52AA6E4}">
                <adec:decorative xmlns:adec="http://schemas.microsoft.com/office/drawing/2017/decorative" val="1"/>
              </a:ext>
            </a:extLst>
          </p:cNvPr>
          <p:cNvSpPr>
            <a:spLocks noGrp="1"/>
          </p:cNvSpPr>
          <p:nvPr>
            <p:ph type="ftr" sz="quarter" idx="3"/>
          </p:nvPr>
        </p:nvSpPr>
        <p:spPr bwMode="black">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5" name="Date Placeholder 3">
            <a:extLst>
              <a:ext uri="{FF2B5EF4-FFF2-40B4-BE49-F238E27FC236}">
                <a16:creationId xmlns:a16="http://schemas.microsoft.com/office/drawing/2014/main" id="{0AC13325-40B9-01EA-C2FA-F76B8EC5C56D}"/>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2370252249"/>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4" pos="3659" userDrawn="1">
          <p15:clr>
            <a:srgbClr val="5ACBF0"/>
          </p15:clr>
        </p15:guide>
        <p15:guide id="5" orient="horz" pos="2886"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Picture Dark">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A29BE15-3256-F8A5-CEDE-C91B75C475A6}"/>
              </a:ext>
              <a:ext uri="{C183D7F6-B498-43B3-948B-1728B52AA6E4}">
                <adec:decorative xmlns:adec="http://schemas.microsoft.com/office/drawing/2017/decorative" val="1"/>
              </a:ext>
            </a:extLst>
          </p:cNvPr>
          <p:cNvSpPr>
            <a:spLocks noGrp="1"/>
          </p:cNvSpPr>
          <p:nvPr>
            <p:ph type="pic" sz="quarter" idx="16"/>
          </p:nvPr>
        </p:nvSpPr>
        <p:spPr>
          <a:xfrm>
            <a:off x="0" y="0"/>
            <a:ext cx="12192000" cy="6858000"/>
          </a:xfrm>
          <a:prstGeom prst="rect">
            <a:avLst/>
          </a:prstGeom>
        </p:spPr>
        <p:txBody>
          <a:bodyPr bIns="504000" anchor="ctr"/>
          <a:lstStyle>
            <a:lvl1pPr marL="0" indent="0" algn="ctr">
              <a:spcBef>
                <a:spcPts val="0"/>
              </a:spcBef>
              <a:spcAft>
                <a:spcPts val="0"/>
              </a:spcAft>
              <a:buFont typeface="Arial" panose="020B0604020202020204" pitchFamily="34" charset="0"/>
              <a:buNone/>
              <a:defRPr sz="1000">
                <a:solidFill>
                  <a:schemeClr val="bg1"/>
                </a:solidFill>
                <a:latin typeface="+mn-lt"/>
              </a:defRPr>
            </a:lvl1pPr>
            <a:lvl2pPr marL="0" indent="0" algn="ctr">
              <a:spcBef>
                <a:spcPts val="0"/>
              </a:spcBef>
              <a:spcAft>
                <a:spcPts val="0"/>
              </a:spcAft>
              <a:buFont typeface="Arial" panose="020B0604020202020204" pitchFamily="34" charset="0"/>
              <a:buNone/>
              <a:defRPr sz="1000">
                <a:solidFill>
                  <a:schemeClr val="bg1"/>
                </a:solidFill>
                <a:latin typeface="+mn-lt"/>
              </a:defRPr>
            </a:lvl2pPr>
            <a:lvl3pPr marL="0" indent="0" algn="ctr">
              <a:spcBef>
                <a:spcPts val="0"/>
              </a:spcBef>
              <a:spcAft>
                <a:spcPts val="0"/>
              </a:spcAft>
              <a:buNone/>
              <a:defRPr sz="1000">
                <a:solidFill>
                  <a:schemeClr val="bg1"/>
                </a:solidFill>
                <a:latin typeface="+mn-lt"/>
              </a:defRPr>
            </a:lvl3pPr>
            <a:lvl4pPr marL="0" indent="0" algn="ctr">
              <a:spcBef>
                <a:spcPts val="0"/>
              </a:spcBef>
              <a:spcAft>
                <a:spcPts val="0"/>
              </a:spcAft>
              <a:buNone/>
              <a:defRPr sz="1000">
                <a:solidFill>
                  <a:schemeClr val="bg1"/>
                </a:solidFill>
                <a:latin typeface="+mn-lt"/>
              </a:defRPr>
            </a:lvl4pPr>
            <a:lvl5pPr marL="0" indent="0" algn="ctr">
              <a:spcBef>
                <a:spcPts val="0"/>
              </a:spcBef>
              <a:spcAft>
                <a:spcPts val="0"/>
              </a:spcAft>
              <a:buFont typeface="Arial" panose="020B0604020202020204" pitchFamily="34" charset="0"/>
              <a:buNone/>
              <a:defRPr sz="1000">
                <a:solidFill>
                  <a:schemeClr val="bg1"/>
                </a:solidFill>
                <a:latin typeface="+mn-lt"/>
              </a:defRPr>
            </a:lvl5pPr>
            <a:lvl6pPr marL="0" indent="0" algn="ctr">
              <a:spcBef>
                <a:spcPts val="0"/>
              </a:spcBef>
              <a:spcAft>
                <a:spcPts val="0"/>
              </a:spcAft>
              <a:buFont typeface="Arial" panose="020B0604020202020204" pitchFamily="34" charset="0"/>
              <a:buNone/>
              <a:defRPr sz="1000">
                <a:solidFill>
                  <a:schemeClr val="bg1"/>
                </a:solidFill>
                <a:latin typeface="+mn-lt"/>
              </a:defRPr>
            </a:lvl6pPr>
            <a:lvl7pPr marL="0" indent="0" algn="ctr">
              <a:spcBef>
                <a:spcPts val="0"/>
              </a:spcBef>
              <a:spcAft>
                <a:spcPts val="0"/>
              </a:spcAft>
              <a:buNone/>
              <a:defRPr sz="1000">
                <a:solidFill>
                  <a:schemeClr val="bg1"/>
                </a:solidFill>
                <a:latin typeface="+mn-lt"/>
              </a:defRPr>
            </a:lvl7pPr>
            <a:lvl8pPr marL="0" indent="0" algn="ctr">
              <a:spcBef>
                <a:spcPts val="0"/>
              </a:spcBef>
              <a:spcAft>
                <a:spcPts val="0"/>
              </a:spcAft>
              <a:buNone/>
              <a:defRPr sz="1000">
                <a:solidFill>
                  <a:schemeClr val="bg1"/>
                </a:solidFill>
                <a:latin typeface="+mn-lt"/>
              </a:defRPr>
            </a:lvl8pPr>
            <a:lvl9pPr marL="0" indent="0" algn="ctr">
              <a:spcBef>
                <a:spcPts val="0"/>
              </a:spcBef>
              <a:spcAft>
                <a:spcPts val="0"/>
              </a:spcAft>
              <a:buNone/>
              <a:defRPr sz="1000">
                <a:solidFill>
                  <a:schemeClr val="bg1"/>
                </a:solidFill>
                <a:latin typeface="+mn-lt"/>
              </a:defRPr>
            </a:lvl9pPr>
          </a:lstStyle>
          <a:p>
            <a:endParaRPr lang="en-GB"/>
          </a:p>
        </p:txBody>
      </p:sp>
      <p:sp>
        <p:nvSpPr>
          <p:cNvPr id="7" name="Text Placeholder 8">
            <a:extLst>
              <a:ext uri="{FF2B5EF4-FFF2-40B4-BE49-F238E27FC236}">
                <a16:creationId xmlns:a16="http://schemas.microsoft.com/office/drawing/2014/main" id="{41048E7F-D798-9B2F-8A33-42EB3506851F}"/>
              </a:ext>
            </a:extLst>
          </p:cNvPr>
          <p:cNvSpPr>
            <a:spLocks noGrp="1"/>
          </p:cNvSpPr>
          <p:nvPr>
            <p:ph type="body" sz="quarter" idx="11" hasCustomPrompt="1"/>
          </p:nvPr>
        </p:nvSpPr>
        <p:spPr>
          <a:xfrm>
            <a:off x="623888" y="2132832"/>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tx1"/>
                </a:solidFill>
                <a:latin typeface="Onest Medium" pitchFamily="2" charset="0"/>
              </a:defRPr>
            </a:lvl2pPr>
            <a:lvl3pPr marL="0" indent="0">
              <a:spcBef>
                <a:spcPts val="0"/>
              </a:spcBef>
              <a:spcAft>
                <a:spcPts val="0"/>
              </a:spcAft>
              <a:buNone/>
              <a:defRPr sz="1000">
                <a:solidFill>
                  <a:schemeClr val="tx1"/>
                </a:solidFill>
                <a:latin typeface="Onest Medium" pitchFamily="2" charset="0"/>
              </a:defRPr>
            </a:lvl3pPr>
            <a:lvl4pPr marL="0" indent="0">
              <a:spcBef>
                <a:spcPts val="0"/>
              </a:spcBef>
              <a:spcAft>
                <a:spcPts val="0"/>
              </a:spcAft>
              <a:buNone/>
              <a:defRPr sz="10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tx1"/>
                </a:solidFill>
                <a:latin typeface="Onest Medium" pitchFamily="2" charset="0"/>
              </a:defRPr>
            </a:lvl6pPr>
            <a:lvl7pPr marL="0" indent="0">
              <a:spcBef>
                <a:spcPts val="0"/>
              </a:spcBef>
              <a:spcAft>
                <a:spcPts val="0"/>
              </a:spcAft>
              <a:buNone/>
              <a:defRPr sz="1000">
                <a:solidFill>
                  <a:schemeClr val="tx1"/>
                </a:solidFill>
                <a:latin typeface="Onest Medium" pitchFamily="2" charset="0"/>
              </a:defRPr>
            </a:lvl7pPr>
            <a:lvl8pPr marL="0" indent="0">
              <a:spcBef>
                <a:spcPts val="0"/>
              </a:spcBef>
              <a:spcAft>
                <a:spcPts val="0"/>
              </a:spcAft>
              <a:buNone/>
              <a:defRPr sz="1000">
                <a:solidFill>
                  <a:schemeClr val="tx1"/>
                </a:solidFill>
                <a:latin typeface="Onest Medium" pitchFamily="2" charset="0"/>
              </a:defRPr>
            </a:lvl8pPr>
            <a:lvl9pPr marL="0" indent="0">
              <a:spcBef>
                <a:spcPts val="0"/>
              </a:spcBef>
              <a:spcAft>
                <a:spcPts val="0"/>
              </a:spcAft>
              <a:buNone/>
              <a:defRPr sz="1000">
                <a:solidFill>
                  <a:schemeClr val="tx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7FFAAFFD-F887-74D0-66D2-DEF991B51454}"/>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2E9B28D7-605E-AC79-8342-665B340033C0}"/>
              </a:ext>
            </a:extLst>
          </p:cNvPr>
          <p:cNvSpPr>
            <a:spLocks noGrp="1"/>
          </p:cNvSpPr>
          <p:nvPr>
            <p:ph type="subTitle" idx="1" hasCustomPrompt="1"/>
          </p:nvPr>
        </p:nvSpPr>
        <p:spPr bwMode="gray">
          <a:xfrm>
            <a:off x="623393" y="3861128"/>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solidFill>
                  <a:schemeClr val="tx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9pPr>
          </a:lstStyle>
          <a:p>
            <a:r>
              <a:rPr lang="en-GB"/>
              <a:t>Optional subtitle, use list level 2 to add a date</a:t>
            </a:r>
          </a:p>
          <a:p>
            <a:pPr lvl="1"/>
            <a:r>
              <a:rPr lang="en-GB"/>
              <a:t>Date</a:t>
            </a:r>
          </a:p>
        </p:txBody>
      </p:sp>
      <p:sp>
        <p:nvSpPr>
          <p:cNvPr id="8"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bwMode="white">
          <a:xfrm>
            <a:off x="623392" y="620689"/>
            <a:ext cx="1080000" cy="374400"/>
          </a:xfrm>
          <a:prstGeom prst="rect">
            <a:avLst/>
          </a:prstGeo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Footer Placeholder 2">
            <a:extLst>
              <a:ext uri="{FF2B5EF4-FFF2-40B4-BE49-F238E27FC236}">
                <a16:creationId xmlns:a16="http://schemas.microsoft.com/office/drawing/2014/main" id="{8B24B342-7000-F337-AFA1-9151C7FF7EE1}"/>
              </a:ext>
            </a:extLst>
          </p:cNvPr>
          <p:cNvSpPr>
            <a:spLocks noGrp="1"/>
          </p:cNvSpPr>
          <p:nvPr>
            <p:ph type="ftr" sz="quarter" idx="10"/>
          </p:nvPr>
        </p:nvSpPr>
        <p:spPr/>
        <p:txBody>
          <a:bodyPr/>
          <a:lstStyle>
            <a:lvl1pPr>
              <a:defRPr>
                <a:solidFill>
                  <a:schemeClr val="tx1"/>
                </a:solidFill>
              </a:defRPr>
            </a:lvl1pPr>
          </a:lstStyle>
          <a:p>
            <a:r>
              <a:rPr lang="en-GB"/>
              <a:t>CONFIDENTIAL – SHARED UNDER NDA. DO NOT FORWARD.</a:t>
            </a:r>
          </a:p>
        </p:txBody>
      </p:sp>
      <p:sp>
        <p:nvSpPr>
          <p:cNvPr id="2" name="Callout: Line 1">
            <a:extLst>
              <a:ext uri="{FF2B5EF4-FFF2-40B4-BE49-F238E27FC236}">
                <a16:creationId xmlns:a16="http://schemas.microsoft.com/office/drawing/2014/main" id="{A8677481-6FD1-2F5C-6EC4-6BF3EDB4D321}"/>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4" name="Date Placeholder 3">
            <a:extLst>
              <a:ext uri="{FF2B5EF4-FFF2-40B4-BE49-F238E27FC236}">
                <a16:creationId xmlns:a16="http://schemas.microsoft.com/office/drawing/2014/main" id="{2E8CB178-9747-A446-6D94-F3C351A3937B}"/>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4262169878"/>
      </p:ext>
    </p:extLst>
  </p:cSld>
  <p:clrMapOvr>
    <a:masterClrMapping/>
  </p:clrMapOvr>
  <p:extLst>
    <p:ext uri="{DCECCB84-F9BA-43D5-87BE-67443E8EF086}">
      <p15:sldGuideLst xmlns:p15="http://schemas.microsoft.com/office/powerpoint/2012/main">
        <p15:guide id="1" orient="horz" pos="1344">
          <p15:clr>
            <a:srgbClr val="5ACBF0"/>
          </p15:clr>
        </p15:guide>
        <p15:guide id="2" pos="393">
          <p15:clr>
            <a:srgbClr val="5ACBF0"/>
          </p15:clr>
        </p15:guide>
        <p15:guide id="3" pos="4747">
          <p15:clr>
            <a:srgbClr val="5ACBF0"/>
          </p15:clr>
        </p15:guide>
        <p15:guide id="4" orient="horz" pos="288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Picture Light">
    <p:bg>
      <p:bgPr>
        <a:solidFill>
          <a:schemeClr val="tx1"/>
        </a:solidFill>
        <a:effectLst/>
      </p:bgPr>
    </p:bg>
    <p:spTree>
      <p:nvGrpSpPr>
        <p:cNvPr id="1" name=""/>
        <p:cNvGrpSpPr/>
        <p:nvPr/>
      </p:nvGrpSpPr>
      <p:grpSpPr>
        <a:xfrm>
          <a:off x="0" y="0"/>
          <a:ext cx="0" cy="0"/>
          <a:chOff x="0" y="0"/>
          <a:chExt cx="0" cy="0"/>
        </a:xfrm>
      </p:grpSpPr>
      <p:sp>
        <p:nvSpPr>
          <p:cNvPr id="7" name="Bildplatzhalter 8">
            <a:extLst>
              <a:ext uri="{C183D7F6-B498-43B3-948B-1728B52AA6E4}">
                <adec:decorative xmlns:adec="http://schemas.microsoft.com/office/drawing/2017/decorative" val="1"/>
              </a:ext>
            </a:extLst>
          </p:cNvPr>
          <p:cNvSpPr>
            <a:spLocks noGrp="1"/>
          </p:cNvSpPr>
          <p:nvPr>
            <p:ph type="pic" sz="quarter" idx="13"/>
          </p:nvPr>
        </p:nvSpPr>
        <p:spPr bwMode="gray">
          <a:xfrm>
            <a:off x="0" y="0"/>
            <a:ext cx="12191999" cy="6858000"/>
          </a:xfrm>
          <a:prstGeom prst="rect">
            <a:avLst/>
          </a:prstGeom>
          <a:noFill/>
        </p:spPr>
        <p:txBody>
          <a:bodyPr bIns="504000" anchor="ctr"/>
          <a:lstStyle>
            <a:lvl1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1pPr>
            <a:lvl2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2pPr>
            <a:lvl3pPr marL="0" indent="0" algn="ctr">
              <a:lnSpc>
                <a:spcPct val="120000"/>
              </a:lnSpc>
              <a:spcBef>
                <a:spcPts val="0"/>
              </a:spcBef>
              <a:spcAft>
                <a:spcPts val="0"/>
              </a:spcAft>
              <a:buNone/>
              <a:defRPr sz="1000" b="0">
                <a:solidFill>
                  <a:schemeClr val="bg1"/>
                </a:solidFill>
                <a:latin typeface="+mn-lt"/>
              </a:defRPr>
            </a:lvl3pPr>
            <a:lvl4pPr marL="0" indent="0" algn="ctr">
              <a:lnSpc>
                <a:spcPct val="120000"/>
              </a:lnSpc>
              <a:spcBef>
                <a:spcPts val="0"/>
              </a:spcBef>
              <a:spcAft>
                <a:spcPts val="0"/>
              </a:spcAft>
              <a:buNone/>
              <a:defRPr sz="1000" b="0">
                <a:solidFill>
                  <a:schemeClr val="bg1"/>
                </a:solidFill>
                <a:latin typeface="+mn-lt"/>
              </a:defRPr>
            </a:lvl4pPr>
            <a:lvl5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5pPr>
            <a:lvl6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6pPr>
            <a:lvl7pPr marL="0" indent="0" algn="ctr">
              <a:lnSpc>
                <a:spcPct val="120000"/>
              </a:lnSpc>
              <a:spcBef>
                <a:spcPts val="0"/>
              </a:spcBef>
              <a:spcAft>
                <a:spcPts val="0"/>
              </a:spcAft>
              <a:buNone/>
              <a:defRPr sz="1000" b="0">
                <a:solidFill>
                  <a:schemeClr val="bg1"/>
                </a:solidFill>
                <a:latin typeface="+mn-lt"/>
              </a:defRPr>
            </a:lvl7pPr>
            <a:lvl8pPr marL="0" indent="0" algn="ctr">
              <a:lnSpc>
                <a:spcPct val="120000"/>
              </a:lnSpc>
              <a:spcBef>
                <a:spcPts val="0"/>
              </a:spcBef>
              <a:spcAft>
                <a:spcPts val="0"/>
              </a:spcAft>
              <a:buNone/>
              <a:defRPr sz="1000" b="0">
                <a:solidFill>
                  <a:schemeClr val="bg1"/>
                </a:solidFill>
                <a:latin typeface="+mn-lt"/>
              </a:defRPr>
            </a:lvl8pPr>
            <a:lvl9pPr marL="0" indent="0" algn="ctr">
              <a:lnSpc>
                <a:spcPct val="120000"/>
              </a:lnSpc>
              <a:spcBef>
                <a:spcPts val="0"/>
              </a:spcBef>
              <a:spcAft>
                <a:spcPts val="0"/>
              </a:spcAft>
              <a:buNone/>
              <a:defRPr sz="1000" b="0">
                <a:solidFill>
                  <a:schemeClr val="bg1"/>
                </a:solidFill>
                <a:latin typeface="+mn-lt"/>
              </a:defRPr>
            </a:lvl9pPr>
          </a:lstStyle>
          <a:p>
            <a:endParaRPr lang="en-GB"/>
          </a:p>
        </p:txBody>
      </p:sp>
      <p:sp>
        <p:nvSpPr>
          <p:cNvPr id="4" name="Callout: Line 3">
            <a:extLst>
              <a:ext uri="{FF2B5EF4-FFF2-40B4-BE49-F238E27FC236}">
                <a16:creationId xmlns:a16="http://schemas.microsoft.com/office/drawing/2014/main" id="{0BECFF34-FBF3-EB1A-B551-8D173B390939}"/>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9" name="Text Placeholder 8">
            <a:extLst>
              <a:ext uri="{FF2B5EF4-FFF2-40B4-BE49-F238E27FC236}">
                <a16:creationId xmlns:a16="http://schemas.microsoft.com/office/drawing/2014/main" id="{AE50D2D8-9A23-38EA-8F69-A5DC2F2051A5}"/>
              </a:ext>
            </a:extLst>
          </p:cNvPr>
          <p:cNvSpPr>
            <a:spLocks noGrp="1"/>
          </p:cNvSpPr>
          <p:nvPr>
            <p:ph type="body" sz="quarter" idx="10" hasCustomPrompt="1"/>
          </p:nvPr>
        </p:nvSpPr>
        <p:spPr>
          <a:xfrm>
            <a:off x="623888" y="2132832"/>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solidFill>
                  <a:schemeClr val="bg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bg1"/>
                </a:solidFill>
                <a:latin typeface="Onest Medium" pitchFamily="2" charset="0"/>
              </a:defRPr>
            </a:lvl2pPr>
            <a:lvl3pPr marL="0" indent="0">
              <a:spcBef>
                <a:spcPts val="0"/>
              </a:spcBef>
              <a:spcAft>
                <a:spcPts val="0"/>
              </a:spcAft>
              <a:buNone/>
              <a:defRPr sz="1000">
                <a:solidFill>
                  <a:schemeClr val="bg1"/>
                </a:solidFill>
                <a:latin typeface="Onest Medium" pitchFamily="2" charset="0"/>
              </a:defRPr>
            </a:lvl3pPr>
            <a:lvl4pPr marL="0" indent="0">
              <a:spcBef>
                <a:spcPts val="0"/>
              </a:spcBef>
              <a:spcAft>
                <a:spcPts val="0"/>
              </a:spcAft>
              <a:buNone/>
              <a:defRPr sz="1000">
                <a:solidFill>
                  <a:schemeClr val="bg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bg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bg1"/>
                </a:solidFill>
                <a:latin typeface="Onest Medium" pitchFamily="2" charset="0"/>
              </a:defRPr>
            </a:lvl6pPr>
            <a:lvl7pPr marL="0" indent="0">
              <a:spcBef>
                <a:spcPts val="0"/>
              </a:spcBef>
              <a:spcAft>
                <a:spcPts val="0"/>
              </a:spcAft>
              <a:buNone/>
              <a:defRPr sz="1000">
                <a:solidFill>
                  <a:schemeClr val="bg1"/>
                </a:solidFill>
                <a:latin typeface="Onest Medium" pitchFamily="2" charset="0"/>
              </a:defRPr>
            </a:lvl7pPr>
            <a:lvl8pPr marL="0" indent="0">
              <a:spcBef>
                <a:spcPts val="0"/>
              </a:spcBef>
              <a:spcAft>
                <a:spcPts val="0"/>
              </a:spcAft>
              <a:buNone/>
              <a:defRPr sz="1000">
                <a:solidFill>
                  <a:schemeClr val="bg1"/>
                </a:solidFill>
                <a:latin typeface="Onest Medium" pitchFamily="2" charset="0"/>
              </a:defRPr>
            </a:lvl8pPr>
            <a:lvl9pPr marL="0" indent="0">
              <a:spcBef>
                <a:spcPts val="0"/>
              </a:spcBef>
              <a:spcAft>
                <a:spcPts val="0"/>
              </a:spcAft>
              <a:buNone/>
              <a:defRPr sz="1000">
                <a:solidFill>
                  <a:schemeClr val="bg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28FB1C8E-D489-B130-3C91-F37FBA330CD2}"/>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bg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CCD2E16E-B398-FD19-5654-9AE9C47B7FD0}"/>
              </a:ext>
            </a:extLst>
          </p:cNvPr>
          <p:cNvSpPr>
            <a:spLocks noGrp="1"/>
          </p:cNvSpPr>
          <p:nvPr>
            <p:ph type="subTitle" idx="1" hasCustomPrompt="1"/>
          </p:nvPr>
        </p:nvSpPr>
        <p:spPr bwMode="gray">
          <a:xfrm>
            <a:off x="623393" y="3861128"/>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solidFill>
                  <a:schemeClr val="bg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9pPr>
          </a:lstStyle>
          <a:p>
            <a:r>
              <a:rPr lang="en-GB"/>
              <a:t>Optional subtitle, use list level 2 to add a date</a:t>
            </a:r>
          </a:p>
          <a:p>
            <a:pPr lvl="1"/>
            <a:r>
              <a:rPr lang="en-GB"/>
              <a:t>Date</a:t>
            </a:r>
          </a:p>
          <a:p>
            <a:pPr lvl="2"/>
            <a:endParaRPr lang="en-GB"/>
          </a:p>
        </p:txBody>
      </p:sp>
      <p:sp>
        <p:nvSpPr>
          <p:cNvPr id="8" name="Fußzeilenplatzhalter 4">
            <a:extLst>
              <a:ext uri="{FF2B5EF4-FFF2-40B4-BE49-F238E27FC236}">
                <a16:creationId xmlns:a16="http://schemas.microsoft.com/office/drawing/2014/main" id="{B1166E63-14EF-37CA-7FF8-C0D9FE429995}"/>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bg1"/>
                </a:solidFill>
              </a:defRPr>
            </a:lvl1pPr>
          </a:lstStyle>
          <a:p>
            <a:r>
              <a:rPr lang="en-GB"/>
              <a:t>CONFIDENTIAL – SHARED UNDER NDA. DO NOT FORWARD.</a:t>
            </a:r>
          </a:p>
        </p:txBody>
      </p:sp>
      <p:sp>
        <p:nvSpPr>
          <p:cNvPr id="3"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prstGeom prst="rect">
            <a:avLst/>
          </a:prstGeo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11" name="Date Placeholder 3">
            <a:extLst>
              <a:ext uri="{FF2B5EF4-FFF2-40B4-BE49-F238E27FC236}">
                <a16:creationId xmlns:a16="http://schemas.microsoft.com/office/drawing/2014/main" id="{E7FF38C0-2225-C9AC-B499-DE83DC535F2F}"/>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chemeClr val="bg1"/>
                </a:solidFill>
              </a:defRPr>
            </a:lvl1pPr>
          </a:lstStyle>
          <a:p>
            <a:r>
              <a:rPr lang="de-DE"/>
              <a:t>© 2026 BlackBerry Limited. All rights reserved.</a:t>
            </a:r>
            <a:endParaRPr lang="en-US"/>
          </a:p>
        </p:txBody>
      </p:sp>
    </p:spTree>
    <p:extLst>
      <p:ext uri="{BB962C8B-B14F-4D97-AF65-F5344CB8AC3E}">
        <p14:creationId xmlns:p14="http://schemas.microsoft.com/office/powerpoint/2010/main" val="3404376624"/>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8"/>
            <a:ext cx="1727696" cy="504000"/>
          </a:xfrm>
        </p:spPr>
        <p:txBody>
          <a:bodyPr/>
          <a:lstStyle>
            <a:lvl1pPr>
              <a:defRPr/>
            </a:lvl1pPr>
          </a:lstStyle>
          <a:p>
            <a:r>
              <a:rPr lang="en-GB"/>
              <a:t>Agenda</a:t>
            </a:r>
          </a:p>
        </p:txBody>
      </p:sp>
      <p:sp>
        <p:nvSpPr>
          <p:cNvPr id="10" name="Textplatzhalter 9"/>
          <p:cNvSpPr>
            <a:spLocks noGrp="1"/>
          </p:cNvSpPr>
          <p:nvPr>
            <p:ph type="body" sz="quarter" idx="15" hasCustomPrompt="1"/>
          </p:nvPr>
        </p:nvSpPr>
        <p:spPr bwMode="invGray">
          <a:xfrm>
            <a:off x="2350666" y="1773237"/>
            <a:ext cx="4607737" cy="4464075"/>
          </a:xfrm>
          <a:prstGeom prst="rect">
            <a:avLst/>
          </a:prstGeom>
        </p:spPr>
        <p:txBody>
          <a:bodyPr tIns="108000"/>
          <a:lstStyle>
            <a:lvl1pPr marL="216000" indent="-216000">
              <a:spcBef>
                <a:spcPts val="800"/>
              </a:spcBef>
              <a:spcAft>
                <a:spcPts val="200"/>
              </a:spcAft>
              <a:buClr>
                <a:schemeClr val="bg2"/>
              </a:buClr>
              <a:buFont typeface="Wingdings" panose="05000000000000000000" pitchFamily="2" charset="2"/>
              <a:buChar char="§"/>
              <a:tabLst>
                <a:tab pos="3456000" algn="r"/>
              </a:tabLst>
              <a:defRPr sz="1800">
                <a:solidFill>
                  <a:schemeClr val="tx1"/>
                </a:solidFill>
                <a:latin typeface="Onest Medium" pitchFamily="2" charset="0"/>
              </a:defRPr>
            </a:lvl1pPr>
            <a:lvl2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2pPr>
            <a:lvl3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3pPr>
            <a:lvl4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4pPr>
            <a:lvl5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5pPr>
            <a:lvl6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6pPr>
            <a:lvl7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7pPr>
            <a:lvl8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8pPr>
            <a:lvl9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9pPr>
          </a:lstStyle>
          <a:p>
            <a:pPr lvl="0"/>
            <a:r>
              <a:rPr lang="en-GB"/>
              <a:t>Add agenda topics, for subtopic use list level 2</a:t>
            </a:r>
          </a:p>
          <a:p>
            <a:pPr lvl="1"/>
            <a:r>
              <a:rPr lang="en-GB"/>
              <a:t>Chapter title</a:t>
            </a:r>
          </a:p>
          <a:p>
            <a:pPr lvl="2"/>
            <a:r>
              <a:rPr lang="en-GB"/>
              <a:t>Subtitle</a:t>
            </a:r>
          </a:p>
          <a:p>
            <a:pPr lvl="3"/>
            <a:r>
              <a:rPr lang="en-GB"/>
              <a:t>4</a:t>
            </a:r>
          </a:p>
          <a:p>
            <a:pPr lvl="4"/>
            <a:r>
              <a:rPr lang="en-GB"/>
              <a:t>5</a:t>
            </a:r>
          </a:p>
          <a:p>
            <a:pPr lvl="5"/>
            <a:r>
              <a:rPr lang="en-GB"/>
              <a:t>6</a:t>
            </a:r>
          </a:p>
          <a:p>
            <a:pPr lvl="6"/>
            <a:r>
              <a:rPr lang="en-GB"/>
              <a:t>7</a:t>
            </a:r>
          </a:p>
          <a:p>
            <a:pPr lvl="7"/>
            <a:r>
              <a:rPr lang="en-GB"/>
              <a:t>8</a:t>
            </a:r>
          </a:p>
          <a:p>
            <a:pPr lvl="8"/>
            <a:r>
              <a:rPr lang="en-GB"/>
              <a:t>9</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invGray">
          <a:xfrm>
            <a:off x="7535441" y="1773782"/>
            <a:ext cx="4032671" cy="4464075"/>
          </a:xfrm>
          <a:prstGeom prst="rect">
            <a:avLst/>
          </a:prstGeom>
        </p:spPr>
        <p:txBody>
          <a:bodyPr tIns="108000"/>
          <a:lstStyle>
            <a:lvl1pPr marL="0" indent="0">
              <a:spcBef>
                <a:spcPts val="800"/>
              </a:spcBef>
              <a:spcAft>
                <a:spcPts val="200"/>
              </a:spcAft>
              <a:buFont typeface="+mj-lt"/>
              <a:buNone/>
              <a:tabLst>
                <a:tab pos="3456000" algn="r"/>
              </a:tabLst>
              <a:defRPr sz="1800">
                <a:solidFill>
                  <a:schemeClr val="tx1"/>
                </a:solidFill>
                <a:latin typeface="Onest Medium" pitchFamily="2" charset="0"/>
              </a:defRPr>
            </a:lvl1pPr>
            <a:lvl2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2pPr>
            <a:lvl3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3pPr>
            <a:lvl4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4pPr>
            <a:lvl5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5pPr>
            <a:lvl6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6pPr>
            <a:lvl7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7pPr>
            <a:lvl8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8pPr>
            <a:lvl9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9pPr>
          </a:lstStyle>
          <a:p>
            <a:pPr lvl="0"/>
            <a:r>
              <a:rPr lang="en-GB"/>
              <a:t>Add presenter</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Tree>
    <p:extLst>
      <p:ext uri="{BB962C8B-B14F-4D97-AF65-F5344CB8AC3E}">
        <p14:creationId xmlns:p14="http://schemas.microsoft.com/office/powerpoint/2010/main" val="3613180827"/>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9" pos="393" userDrawn="1">
          <p15:clr>
            <a:srgbClr val="5ACBF0"/>
          </p15:clr>
        </p15:guide>
        <p15:guide id="10" pos="438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7"/>
            <a:ext cx="6911974" cy="504000"/>
          </a:xfrm>
        </p:spPr>
        <p:txBody>
          <a:bodyPr/>
          <a:lstStyle>
            <a:lvl1pPr>
              <a:defRPr/>
            </a:lvl1pPr>
          </a:lstStyle>
          <a:p>
            <a:r>
              <a:rPr lang="en-GB"/>
              <a:t>Table of contents</a:t>
            </a:r>
          </a:p>
        </p:txBody>
      </p:sp>
      <p:sp>
        <p:nvSpPr>
          <p:cNvPr id="10" name="Textplatzhalter 9"/>
          <p:cNvSpPr>
            <a:spLocks noGrp="1"/>
          </p:cNvSpPr>
          <p:nvPr>
            <p:ph type="body" sz="quarter" idx="15" hasCustomPrompt="1"/>
          </p:nvPr>
        </p:nvSpPr>
        <p:spPr bwMode="invGray">
          <a:xfrm>
            <a:off x="2351584" y="1773237"/>
            <a:ext cx="4032000" cy="4464075"/>
          </a:xfrm>
          <a:prstGeom prst="rect">
            <a:avLst/>
          </a:prstGeo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invGray">
          <a:xfrm>
            <a:off x="7536608" y="1773237"/>
            <a:ext cx="4032000" cy="4464075"/>
          </a:xfrm>
          <a:prstGeom prst="rect">
            <a:avLst/>
          </a:prstGeo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Tree>
    <p:extLst>
      <p:ext uri="{BB962C8B-B14F-4D97-AF65-F5344CB8AC3E}">
        <p14:creationId xmlns:p14="http://schemas.microsoft.com/office/powerpoint/2010/main" val="4095595492"/>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8" pos="4021" userDrawn="1">
          <p15:clr>
            <a:srgbClr val="5ACBF0"/>
          </p15:clr>
        </p15:guide>
        <p15:guide id="9" pos="393"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bg1"/>
        </a:solidFill>
        <a:effectLst/>
      </p:bgPr>
    </p:bg>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9" name="Text Placeholder 8">
            <a:extLst>
              <a:ext uri="{FF2B5EF4-FFF2-40B4-BE49-F238E27FC236}">
                <a16:creationId xmlns:a16="http://schemas.microsoft.com/office/drawing/2014/main" id="{821221DD-91C5-CDA2-3A9D-3DDCD14364FD}"/>
              </a:ext>
            </a:extLst>
          </p:cNvPr>
          <p:cNvSpPr>
            <a:spLocks noGrp="1"/>
          </p:cNvSpPr>
          <p:nvPr>
            <p:ph type="body" sz="quarter" idx="13" hasCustomPrompt="1"/>
          </p:nvPr>
        </p:nvSpPr>
        <p:spPr>
          <a:xfrm>
            <a:off x="631852" y="1772816"/>
            <a:ext cx="5183999" cy="504056"/>
          </a:xfrm>
          <a:prstGeom prst="rect">
            <a:avLst/>
          </a:prstGeom>
        </p:spPr>
        <p:txBody>
          <a:bodyPr lIns="18000" anchor="b"/>
          <a:lstStyle>
            <a:lvl1pPr marL="0" indent="0">
              <a:spcBef>
                <a:spcPts val="0"/>
              </a:spcBef>
              <a:spcAft>
                <a:spcPts val="0"/>
              </a:spcAft>
              <a:buFont typeface="Arial" panose="020B0604020202020204" pitchFamily="34" charset="0"/>
              <a:buNone/>
              <a:defRPr sz="1800">
                <a:latin typeface="Onest Medium" pitchFamily="2" charset="0"/>
              </a:defRPr>
            </a:lvl1pPr>
            <a:lvl2pPr marL="0" indent="0">
              <a:spcBef>
                <a:spcPts val="0"/>
              </a:spcBef>
              <a:spcAft>
                <a:spcPts val="0"/>
              </a:spcAft>
              <a:buFont typeface="Arial" panose="020B0604020202020204" pitchFamily="34" charset="0"/>
              <a:buNone/>
              <a:defRPr sz="1800">
                <a:latin typeface="Onest Medium" pitchFamily="2" charset="0"/>
              </a:defRPr>
            </a:lvl2pPr>
            <a:lvl3pPr marL="0" indent="0">
              <a:spcBef>
                <a:spcPts val="0"/>
              </a:spcBef>
              <a:spcAft>
                <a:spcPts val="0"/>
              </a:spcAft>
              <a:buNone/>
              <a:defRPr sz="1800">
                <a:latin typeface="Onest Medium" pitchFamily="2" charset="0"/>
              </a:defRPr>
            </a:lvl3pPr>
            <a:lvl4pPr marL="0" indent="0">
              <a:spcBef>
                <a:spcPts val="0"/>
              </a:spcBef>
              <a:spcAft>
                <a:spcPts val="0"/>
              </a:spcAft>
              <a:buNone/>
              <a:defRPr sz="1800">
                <a:latin typeface="Onest Medium" pitchFamily="2" charset="0"/>
              </a:defRPr>
            </a:lvl4pPr>
            <a:lvl5pPr marL="0" indent="0">
              <a:spcBef>
                <a:spcPts val="0"/>
              </a:spcBef>
              <a:spcAft>
                <a:spcPts val="0"/>
              </a:spcAft>
              <a:buFont typeface="Arial" panose="020B0604020202020204" pitchFamily="34" charset="0"/>
              <a:buNone/>
              <a:defRPr sz="1800">
                <a:latin typeface="Onest Medium" pitchFamily="2" charset="0"/>
              </a:defRPr>
            </a:lvl5pPr>
            <a:lvl6pPr marL="0" indent="0">
              <a:spcBef>
                <a:spcPts val="0"/>
              </a:spcBef>
              <a:spcAft>
                <a:spcPts val="0"/>
              </a:spcAft>
              <a:buFont typeface="Arial" panose="020B0604020202020204" pitchFamily="34" charset="0"/>
              <a:buNone/>
              <a:defRPr sz="1800">
                <a:latin typeface="Onest Medium" pitchFamily="2" charset="0"/>
              </a:defRPr>
            </a:lvl6pPr>
            <a:lvl7pPr marL="0" indent="0">
              <a:spcBef>
                <a:spcPts val="0"/>
              </a:spcBef>
              <a:spcAft>
                <a:spcPts val="0"/>
              </a:spcAft>
              <a:buNone/>
              <a:defRPr sz="1800">
                <a:latin typeface="Onest Medium" pitchFamily="2" charset="0"/>
              </a:defRPr>
            </a:lvl7pPr>
            <a:lvl8pPr marL="0" indent="0">
              <a:spcBef>
                <a:spcPts val="0"/>
              </a:spcBef>
              <a:spcAft>
                <a:spcPts val="0"/>
              </a:spcAft>
              <a:buNone/>
              <a:defRPr sz="1800">
                <a:latin typeface="Onest Medium" pitchFamily="2" charset="0"/>
              </a:defRPr>
            </a:lvl8pPr>
            <a:lvl9pPr marL="0" indent="0">
              <a:spcBef>
                <a:spcPts val="0"/>
              </a:spcBef>
              <a:spcAft>
                <a:spcPts val="0"/>
              </a:spcAft>
              <a:buNone/>
              <a:defRPr sz="1800">
                <a:latin typeface="Onest Medium" pitchFamily="2" charset="0"/>
              </a:defRPr>
            </a:lvl9pPr>
          </a:lstStyle>
          <a:p>
            <a:pPr lvl="0"/>
            <a:r>
              <a:rPr lang="en-GB"/>
              <a:t>Chapter 0X.</a:t>
            </a:r>
          </a:p>
        </p:txBody>
      </p:sp>
      <p:sp>
        <p:nvSpPr>
          <p:cNvPr id="2" name="Titel 1"/>
          <p:cNvSpPr>
            <a:spLocks noGrp="1"/>
          </p:cNvSpPr>
          <p:nvPr>
            <p:ph type="title" hasCustomPrompt="1"/>
          </p:nvPr>
        </p:nvSpPr>
        <p:spPr bwMode="black">
          <a:xfrm>
            <a:off x="631852" y="2348880"/>
            <a:ext cx="5184000" cy="1223936"/>
          </a:xfrm>
        </p:spPr>
        <p:txBody>
          <a:bodyPr anchor="t"/>
          <a:lstStyle>
            <a:lvl1pPr>
              <a:defRPr sz="4000">
                <a:solidFill>
                  <a:schemeClr val="tx1"/>
                </a:solidFill>
              </a:defRPr>
            </a:lvl1pPr>
          </a:lstStyle>
          <a:p>
            <a:r>
              <a:rPr lang="en-GB"/>
              <a:t>Chapter title</a:t>
            </a:r>
          </a:p>
        </p:txBody>
      </p:sp>
      <p:pic>
        <p:nvPicPr>
          <p:cNvPr id="7" name="Graphic 6">
            <a:extLst>
              <a:ext uri="{FF2B5EF4-FFF2-40B4-BE49-F238E27FC236}">
                <a16:creationId xmlns:a16="http://schemas.microsoft.com/office/drawing/2014/main" id="{107BA4A2-8208-6854-102F-3D7D527297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1" r="50035" b="50031"/>
          <a:stretch/>
        </p:blipFill>
        <p:spPr>
          <a:xfrm>
            <a:off x="6363496" y="1028962"/>
            <a:ext cx="5828504" cy="5829038"/>
          </a:xfrm>
          <a:prstGeom prst="rect">
            <a:avLst/>
          </a:prstGeom>
        </p:spPr>
      </p:pic>
    </p:spTree>
    <p:extLst>
      <p:ext uri="{BB962C8B-B14F-4D97-AF65-F5344CB8AC3E}">
        <p14:creationId xmlns:p14="http://schemas.microsoft.com/office/powerpoint/2010/main" val="33933751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 Picture">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58AB73F0-BBD8-5C26-BE7A-C600237E07E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lvl1pPr>
              <a:defRPr>
                <a:solidFill>
                  <a:srgbClr val="FFFFFF"/>
                </a:solidFill>
              </a:defRPr>
            </a:lvl1pPr>
          </a:lstStyle>
          <a:p>
            <a:fld id="{8FF9B0DE-3FEB-4AA0-B465-B80EF7C1333D}" type="slidenum">
              <a:rPr lang="en-GB" smtClean="0"/>
              <a:pPr/>
              <a:t>‹#›</a:t>
            </a:fld>
            <a:endParaRPr lang="en-GB"/>
          </a:p>
        </p:txBody>
      </p:sp>
      <p:sp>
        <p:nvSpPr>
          <p:cNvPr id="4" name="Text Placeholder 8">
            <a:extLst>
              <a:ext uri="{FF2B5EF4-FFF2-40B4-BE49-F238E27FC236}">
                <a16:creationId xmlns:a16="http://schemas.microsoft.com/office/drawing/2014/main" id="{31FD4F7B-75D0-34AB-50E8-00F67617E16C}"/>
              </a:ext>
            </a:extLst>
          </p:cNvPr>
          <p:cNvSpPr>
            <a:spLocks noGrp="1"/>
          </p:cNvSpPr>
          <p:nvPr>
            <p:ph type="body" sz="quarter" idx="15" hasCustomPrompt="1"/>
          </p:nvPr>
        </p:nvSpPr>
        <p:spPr>
          <a:xfrm>
            <a:off x="631852" y="1772816"/>
            <a:ext cx="5183999" cy="504056"/>
          </a:xfrm>
          <a:prstGeom prst="rect">
            <a:avLst/>
          </a:prstGeom>
        </p:spPr>
        <p:txBody>
          <a:bodyPr lIns="18000" anchor="b"/>
          <a:lstStyle>
            <a:lvl1pPr marL="0" indent="0">
              <a:spcBef>
                <a:spcPts val="0"/>
              </a:spcBef>
              <a:spcAft>
                <a:spcPts val="0"/>
              </a:spcAft>
              <a:buFont typeface="Arial" panose="020B0604020202020204" pitchFamily="34" charset="0"/>
              <a:buNone/>
              <a:defRPr sz="18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800">
                <a:solidFill>
                  <a:schemeClr val="tx1"/>
                </a:solidFill>
                <a:latin typeface="Onest Medium" pitchFamily="2" charset="0"/>
              </a:defRPr>
            </a:lvl2pPr>
            <a:lvl3pPr marL="0" indent="0">
              <a:spcBef>
                <a:spcPts val="0"/>
              </a:spcBef>
              <a:spcAft>
                <a:spcPts val="0"/>
              </a:spcAft>
              <a:buNone/>
              <a:defRPr sz="1800">
                <a:solidFill>
                  <a:schemeClr val="tx1"/>
                </a:solidFill>
                <a:latin typeface="Onest Medium" pitchFamily="2" charset="0"/>
              </a:defRPr>
            </a:lvl3pPr>
            <a:lvl4pPr marL="0" indent="0">
              <a:spcBef>
                <a:spcPts val="0"/>
              </a:spcBef>
              <a:spcAft>
                <a:spcPts val="0"/>
              </a:spcAft>
              <a:buNone/>
              <a:defRPr sz="18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8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800">
                <a:solidFill>
                  <a:schemeClr val="tx1"/>
                </a:solidFill>
                <a:latin typeface="Onest Medium" pitchFamily="2" charset="0"/>
              </a:defRPr>
            </a:lvl6pPr>
            <a:lvl7pPr marL="0" indent="0">
              <a:spcBef>
                <a:spcPts val="0"/>
              </a:spcBef>
              <a:spcAft>
                <a:spcPts val="0"/>
              </a:spcAft>
              <a:buNone/>
              <a:defRPr sz="1800">
                <a:solidFill>
                  <a:schemeClr val="tx1"/>
                </a:solidFill>
                <a:latin typeface="Onest Medium" pitchFamily="2" charset="0"/>
              </a:defRPr>
            </a:lvl7pPr>
            <a:lvl8pPr marL="0" indent="0">
              <a:spcBef>
                <a:spcPts val="0"/>
              </a:spcBef>
              <a:spcAft>
                <a:spcPts val="0"/>
              </a:spcAft>
              <a:buNone/>
              <a:defRPr sz="1800">
                <a:solidFill>
                  <a:schemeClr val="tx1"/>
                </a:solidFill>
                <a:latin typeface="Onest Medium" pitchFamily="2" charset="0"/>
              </a:defRPr>
            </a:lvl8pPr>
            <a:lvl9pPr marL="0" indent="0">
              <a:spcBef>
                <a:spcPts val="0"/>
              </a:spcBef>
              <a:spcAft>
                <a:spcPts val="0"/>
              </a:spcAft>
              <a:buNone/>
              <a:defRPr sz="1800">
                <a:solidFill>
                  <a:schemeClr val="tx1"/>
                </a:solidFill>
                <a:latin typeface="+mj-lt"/>
              </a:defRPr>
            </a:lvl9pPr>
          </a:lstStyle>
          <a:p>
            <a:pPr lvl="0"/>
            <a:r>
              <a:rPr lang="en-GB"/>
              <a:t>Chapter 0X.</a:t>
            </a:r>
          </a:p>
        </p:txBody>
      </p:sp>
      <p:sp>
        <p:nvSpPr>
          <p:cNvPr id="3" name="Titel 1">
            <a:extLst>
              <a:ext uri="{FF2B5EF4-FFF2-40B4-BE49-F238E27FC236}">
                <a16:creationId xmlns:a16="http://schemas.microsoft.com/office/drawing/2014/main" id="{3B662CD1-20A7-7FCF-36B6-8F04E80142EE}"/>
              </a:ext>
            </a:extLst>
          </p:cNvPr>
          <p:cNvSpPr>
            <a:spLocks noGrp="1"/>
          </p:cNvSpPr>
          <p:nvPr>
            <p:ph type="title" hasCustomPrompt="1"/>
          </p:nvPr>
        </p:nvSpPr>
        <p:spPr bwMode="black">
          <a:xfrm>
            <a:off x="631852" y="2348880"/>
            <a:ext cx="5184000" cy="1223936"/>
          </a:xfrm>
        </p:spPr>
        <p:txBody>
          <a:bodyPr anchor="t"/>
          <a:lstStyle>
            <a:lvl1pPr>
              <a:defRPr sz="4000">
                <a:solidFill>
                  <a:schemeClr val="tx1"/>
                </a:solidFill>
              </a:defRPr>
            </a:lvl1pPr>
          </a:lstStyle>
          <a:p>
            <a:r>
              <a:rPr lang="en-GB"/>
              <a:t>Chapter title</a:t>
            </a:r>
          </a:p>
        </p:txBody>
      </p:sp>
      <p:sp>
        <p:nvSpPr>
          <p:cNvPr id="2" name="Date Placeholder 3">
            <a:extLst>
              <a:ext uri="{FF2B5EF4-FFF2-40B4-BE49-F238E27FC236}">
                <a16:creationId xmlns:a16="http://schemas.microsoft.com/office/drawing/2014/main" id="{F2444A59-A11B-D30A-1AD5-AC8EE0977ED6}"/>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
        <p:nvSpPr>
          <p:cNvPr id="10" name="Text Placeholder 13">
            <a:extLst>
              <a:ext uri="{FF2B5EF4-FFF2-40B4-BE49-F238E27FC236}">
                <a16:creationId xmlns:a16="http://schemas.microsoft.com/office/drawing/2014/main" id="{64F16516-D1AC-3BC8-1379-009675728DA7}"/>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endParaRPr lang="de-DE"/>
          </a:p>
        </p:txBody>
      </p:sp>
    </p:spTree>
    <p:extLst>
      <p:ext uri="{BB962C8B-B14F-4D97-AF65-F5344CB8AC3E}">
        <p14:creationId xmlns:p14="http://schemas.microsoft.com/office/powerpoint/2010/main" val="39316020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10944224"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black">
          <a:xfrm>
            <a:off x="623872" y="1773237"/>
            <a:ext cx="10944224"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2" name="Subtitle 2">
            <a:extLst>
              <a:ext uri="{FF2B5EF4-FFF2-40B4-BE49-F238E27FC236}">
                <a16:creationId xmlns:a16="http://schemas.microsoft.com/office/drawing/2014/main" id="{A3B03897-3806-F68F-6FD7-904E56AC4C6B}"/>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50883318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ne Content | Margi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F220C-C7CD-76AD-9FC1-A0856AB0E267}"/>
              </a:ext>
              <a:ext uri="{C183D7F6-B498-43B3-948B-1728B52AA6E4}">
                <adec:decorative xmlns:adec="http://schemas.microsoft.com/office/drawing/2017/decorative" val="1"/>
              </a:ext>
            </a:extLst>
          </p:cNvPr>
          <p:cNvSpPr/>
          <p:nvPr userDrawn="1"/>
        </p:nvSpPr>
        <p:spPr bwMode="white">
          <a:xfrm>
            <a:off x="8112125" y="0"/>
            <a:ext cx="4079875"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625397">
              <a:lnSpc>
                <a:spcPct val="130000"/>
              </a:lnSpc>
              <a:spcBef>
                <a:spcPts val="200"/>
              </a:spcBef>
              <a:spcAft>
                <a:spcPts val="200"/>
              </a:spcAft>
            </a:pPr>
            <a:endParaRPr lang="en-GB" sz="1200">
              <a:solidFill>
                <a:schemeClr val="tx1"/>
              </a:solidFill>
            </a:endParaRPr>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6911975"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black">
          <a:xfrm>
            <a:off x="623872" y="1773238"/>
            <a:ext cx="6911991"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7" name="TextBox 6">
            <a:extLst>
              <a:ext uri="{FF2B5EF4-FFF2-40B4-BE49-F238E27FC236}">
                <a16:creationId xmlns:a16="http://schemas.microsoft.com/office/drawing/2014/main" id="{887251B3-800C-C616-EE4B-00036F8126AA}"/>
              </a:ext>
              <a:ext uri="{C183D7F6-B498-43B3-948B-1728B52AA6E4}">
                <adec:decorative xmlns:adec="http://schemas.microsoft.com/office/drawing/2017/decorative" val="1"/>
              </a:ext>
            </a:extLst>
          </p:cNvPr>
          <p:cNvSpPr txBox="1"/>
          <p:nvPr userDrawn="1"/>
        </p:nvSpPr>
        <p:spPr bwMode="gray">
          <a:xfrm>
            <a:off x="8688388" y="6525360"/>
            <a:ext cx="2303964" cy="144000"/>
          </a:xfrm>
          <a:prstGeom prst="rect">
            <a:avLst/>
          </a:prstGeom>
          <a:noFill/>
        </p:spPr>
        <p:txBody>
          <a:bodyPr wrap="square" lIns="0" tIns="0" rIns="0" bIns="0" rtlCol="0" anchor="ctr">
            <a:noAutofit/>
          </a:bodyPr>
          <a:lstStyle/>
          <a:p>
            <a:pPr algn="r">
              <a:spcBef>
                <a:spcPts val="200"/>
              </a:spcBef>
              <a:spcAft>
                <a:spcPts val="200"/>
              </a:spcAft>
            </a:pPr>
            <a:r>
              <a:rPr lang="en-US" sz="700">
                <a:solidFill>
                  <a:srgbClr val="8F8F8B"/>
                </a:solidFill>
                <a:latin typeface="Onest" pitchFamily="2" charset="0"/>
              </a:rPr>
              <a:t>© </a:t>
            </a:r>
            <a:fld id="{A3918C81-82EA-45E5-9D99-58960B473AC9}" type="datetimeyyyy">
              <a:rPr lang="en-US" sz="700" smtClean="0">
                <a:solidFill>
                  <a:srgbClr val="8F8F8B"/>
                </a:solidFill>
                <a:latin typeface="Onest" pitchFamily="2" charset="0"/>
              </a:rPr>
              <a:t>2026</a:t>
            </a:fld>
            <a:r>
              <a:rPr lang="en-US" sz="700">
                <a:solidFill>
                  <a:srgbClr val="8F8F8B"/>
                </a:solidFill>
                <a:latin typeface="Onest" pitchFamily="2" charset="0"/>
              </a:rPr>
              <a:t> BlackBerry Limited. All rights reserved.</a:t>
            </a:r>
          </a:p>
        </p:txBody>
      </p:sp>
      <p:sp>
        <p:nvSpPr>
          <p:cNvPr id="4" name="Subtitle 2">
            <a:extLst>
              <a:ext uri="{FF2B5EF4-FFF2-40B4-BE49-F238E27FC236}">
                <a16:creationId xmlns:a16="http://schemas.microsoft.com/office/drawing/2014/main" id="{E23073BE-1E83-1BD0-5242-99848334803A}"/>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cxnSp>
        <p:nvCxnSpPr>
          <p:cNvPr id="8" name="Straight Connector 7">
            <a:extLst>
              <a:ext uri="{FF2B5EF4-FFF2-40B4-BE49-F238E27FC236}">
                <a16:creationId xmlns:a16="http://schemas.microsoft.com/office/drawing/2014/main" id="{81D1CE6E-D607-1A05-429F-E791D9E66704}"/>
              </a:ext>
              <a:ext uri="{C183D7F6-B498-43B3-948B-1728B52AA6E4}">
                <adec:decorative xmlns:adec="http://schemas.microsoft.com/office/drawing/2017/decorative" val="1"/>
              </a:ext>
            </a:extLst>
          </p:cNvPr>
          <p:cNvCxnSpPr>
            <a:cxnSpLocks/>
          </p:cNvCxnSpPr>
          <p:nvPr userDrawn="1"/>
        </p:nvCxnSpPr>
        <p:spPr>
          <a:xfrm>
            <a:off x="8112224" y="1773238"/>
            <a:ext cx="0" cy="4469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Inhaltsplatzhalter 2">
            <a:extLst>
              <a:ext uri="{FF2B5EF4-FFF2-40B4-BE49-F238E27FC236}">
                <a16:creationId xmlns:a16="http://schemas.microsoft.com/office/drawing/2014/main" id="{44937084-D812-3A4B-EA94-E25321C213CE}"/>
              </a:ext>
            </a:extLst>
          </p:cNvPr>
          <p:cNvSpPr>
            <a:spLocks noGrp="1"/>
          </p:cNvSpPr>
          <p:nvPr>
            <p:ph idx="16" hasCustomPrompt="1"/>
          </p:nvPr>
        </p:nvSpPr>
        <p:spPr bwMode="gray">
          <a:xfrm>
            <a:off x="8688388" y="1773238"/>
            <a:ext cx="2879725" cy="4464050"/>
          </a:xfrm>
        </p:spPr>
        <p:txBody>
          <a:bodyPr/>
          <a:lstStyle>
            <a:lvl1pPr>
              <a:spcBef>
                <a:spcPts val="200"/>
              </a:spcBef>
              <a:spcAft>
                <a:spcPts val="200"/>
              </a:spcAft>
              <a:defRPr sz="1000"/>
            </a:lvl1pPr>
            <a:lvl2pPr>
              <a:spcBef>
                <a:spcPts val="1200"/>
              </a:spcBef>
              <a:spcAft>
                <a:spcPts val="200"/>
              </a:spcAft>
              <a:defRPr sz="1400"/>
            </a:lvl2pPr>
            <a:lvl3pPr marL="108000" indent="-108000">
              <a:spcBef>
                <a:spcPts val="200"/>
              </a:spcBef>
              <a:spcAft>
                <a:spcPts val="200"/>
              </a:spcAft>
              <a:defRPr sz="1000"/>
            </a:lvl3pPr>
            <a:lvl4pPr marL="216000" indent="-108000">
              <a:spcBef>
                <a:spcPts val="200"/>
              </a:spcBef>
              <a:spcAft>
                <a:spcPts val="200"/>
              </a:spcAft>
              <a:defRPr sz="1000"/>
            </a:lvl4pPr>
            <a:lvl5pPr marL="324000" indent="-108000">
              <a:spcBef>
                <a:spcPts val="200"/>
              </a:spcBef>
              <a:spcAft>
                <a:spcPts val="200"/>
              </a:spcAft>
              <a:defRPr sz="1000"/>
            </a:lvl5pPr>
            <a:lvl6pPr>
              <a:defRPr sz="1000"/>
            </a:lvl6pPr>
            <a:lvl7pPr marL="0">
              <a:defRPr sz="1400"/>
            </a:lvl7pPr>
            <a:lvl8pPr marL="108000">
              <a:defRPr sz="1000"/>
            </a:lvl8pPr>
            <a:lvl9pPr marL="216000">
              <a:defRPr sz="1000"/>
            </a:lvl9pPr>
          </a:lstStyle>
          <a:p>
            <a:pPr lvl="0"/>
            <a:r>
              <a:rPr lang="en-GB"/>
              <a:t>First list level: body text in 10 pt (Please use the "Increase/Decrease List Level" buttons on the “Home" tab to switch between the predefined text formats.) </a:t>
            </a:r>
          </a:p>
          <a:p>
            <a:pPr lvl="1"/>
            <a:r>
              <a:rPr lang="en-GB"/>
              <a:t>2nd level, subheading in 14 pt</a:t>
            </a:r>
          </a:p>
          <a:p>
            <a:pPr lvl="2"/>
            <a:r>
              <a:rPr lang="en-GB"/>
              <a:t>3rd level, 1. bullet list in 10 pt</a:t>
            </a:r>
          </a:p>
          <a:p>
            <a:pPr lvl="3"/>
            <a:r>
              <a:rPr lang="en-GB"/>
              <a:t>4th level, 2. bullet list in 10 pt</a:t>
            </a:r>
          </a:p>
          <a:p>
            <a:pPr lvl="4"/>
            <a:r>
              <a:rPr lang="en-GB"/>
              <a:t>5th level, 3. bullet list in 10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pic>
        <p:nvPicPr>
          <p:cNvPr id="10" name="Logo">
            <a:extLst>
              <a:ext uri="{FF2B5EF4-FFF2-40B4-BE49-F238E27FC236}">
                <a16:creationId xmlns:a16="http://schemas.microsoft.com/office/drawing/2014/main" id="{E40ECC1E-161B-90A8-D9F3-B50740300BE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520401674"/>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orient="horz" pos="1117" userDrawn="1">
          <p15:clr>
            <a:srgbClr val="5ACBF0"/>
          </p15:clr>
        </p15:guide>
        <p15:guide id="4" orient="horz" pos="391" userDrawn="1">
          <p15:clr>
            <a:srgbClr val="5ACBF0"/>
          </p15:clr>
        </p15:guide>
        <p15:guide id="5" pos="7287" userDrawn="1">
          <p15:clr>
            <a:srgbClr val="5ACBF0"/>
          </p15:clr>
        </p15:guide>
        <p15:guide id="6" pos="5473" userDrawn="1">
          <p15:clr>
            <a:srgbClr val="5ACBF0"/>
          </p15:clr>
        </p15:guide>
        <p15:guide id="7" pos="4747"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8"/>
            <a:ext cx="5184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6383338" y="1773238"/>
            <a:ext cx="5184775"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04E22620-C5EB-723D-2103-12C2232EDA02}"/>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4427041"/>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pos="4021" userDrawn="1">
          <p15:clr>
            <a:srgbClr val="5ACBF0"/>
          </p15:clr>
        </p15:guide>
        <p15:guide id="5" pos="3659" userDrawn="1">
          <p15:clr>
            <a:srgbClr val="5ACBF0"/>
          </p15:clr>
        </p15:guide>
        <p15:guide id="6" orient="horz" pos="391" userDrawn="1">
          <p15:clr>
            <a:srgbClr val="5ACBF0"/>
          </p15:clr>
        </p15:guide>
        <p15:guide id="7" orient="horz" pos="3929"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7"/>
            <a:ext cx="3240000"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4476240" y="1773238"/>
            <a:ext cx="3240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black">
          <a:xfrm>
            <a:off x="8328608" y="1773238"/>
            <a:ext cx="3240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31E0CD1D-FE11-E070-9C4E-136B507BEEA5}"/>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1466530392"/>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434" userDrawn="1">
          <p15:clr>
            <a:srgbClr val="5ACBF0"/>
          </p15:clr>
        </p15:guide>
        <p15:guide id="7" pos="2820" userDrawn="1">
          <p15:clr>
            <a:srgbClr val="5ACBF0"/>
          </p15:clr>
        </p15:guide>
        <p15:guide id="8" pos="4861" userDrawn="1">
          <p15:clr>
            <a:srgbClr val="5ACBF0"/>
          </p15:clr>
        </p15:guide>
        <p15:guide id="9" pos="5246"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7"/>
            <a:ext cx="2304000"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3503712"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black">
          <a:xfrm>
            <a:off x="6384032"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9" name="Inhaltsplatzhalter 3">
            <a:extLst>
              <a:ext uri="{FF2B5EF4-FFF2-40B4-BE49-F238E27FC236}">
                <a16:creationId xmlns:a16="http://schemas.microsoft.com/office/drawing/2014/main" id="{8FA3A1E1-08E1-874A-0A45-58B204B3C890}"/>
              </a:ext>
            </a:extLst>
          </p:cNvPr>
          <p:cNvSpPr>
            <a:spLocks noGrp="1"/>
          </p:cNvSpPr>
          <p:nvPr>
            <p:ph sz="half" idx="16" hasCustomPrompt="1"/>
          </p:nvPr>
        </p:nvSpPr>
        <p:spPr bwMode="black">
          <a:xfrm>
            <a:off x="9263118"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B4D27B05-6A39-67F6-27D2-3552819ABC64}"/>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97566203"/>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1844" userDrawn="1">
          <p15:clr>
            <a:srgbClr val="5ACBF0"/>
          </p15:clr>
        </p15:guide>
        <p15:guide id="7" pos="2207" userDrawn="1">
          <p15:clr>
            <a:srgbClr val="5ACBF0"/>
          </p15:clr>
        </p15:guide>
        <p15:guide id="8" pos="3659" userDrawn="1">
          <p15:clr>
            <a:srgbClr val="5ACBF0"/>
          </p15:clr>
        </p15:guide>
        <p15:guide id="9" pos="5473" userDrawn="1">
          <p15:clr>
            <a:srgbClr val="5ACBF0"/>
          </p15:clr>
        </p15:guide>
        <p15:guide id="11" pos="4021" userDrawn="1">
          <p15:clr>
            <a:srgbClr val="5ACBF0"/>
          </p15:clr>
        </p15:guide>
        <p15:guide id="12" pos="5836"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e Content | Picture Righ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8"/>
            <a:ext cx="3456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5232400" y="1773238"/>
            <a:ext cx="6335713" cy="446405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1E0BBA77-A61C-80AF-78D9-8C02CD3C0351}"/>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3782481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570" userDrawn="1">
          <p15:clr>
            <a:srgbClr val="5ACBF0"/>
          </p15:clr>
        </p15:guide>
        <p15:guide id="7" pos="3296"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ntent | Picture Lef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959600" y="620687"/>
            <a:ext cx="4608512" cy="504000"/>
          </a:xfrm>
        </p:spPr>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960096" y="1773238"/>
            <a:ext cx="4608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623392" y="620713"/>
            <a:ext cx="5184000" cy="5616575"/>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A1F83972-D57B-2393-82D2-6CA362BB7109}"/>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9188120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3659" userDrawn="1">
          <p15:clr>
            <a:srgbClr val="5ACBF0"/>
          </p15:clr>
        </p15:guide>
        <p15:guide id="7" pos="4384"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Bildplatzhalter 8">
            <a:extLst>
              <a:ext uri="{FF2B5EF4-FFF2-40B4-BE49-F238E27FC236}">
                <a16:creationId xmlns:a16="http://schemas.microsoft.com/office/drawing/2014/main" id="{41177C3D-1294-DFF4-E6B0-1F16699BF2C0}"/>
              </a:ext>
            </a:extLst>
          </p:cNvPr>
          <p:cNvSpPr>
            <a:spLocks noGrp="1"/>
          </p:cNvSpPr>
          <p:nvPr>
            <p:ph type="pic" sz="quarter" idx="13"/>
          </p:nvPr>
        </p:nvSpPr>
        <p:spPr bwMode="gray">
          <a:xfrm>
            <a:off x="623872" y="1773238"/>
            <a:ext cx="10944241" cy="446405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FCF619C6-A2E4-8B7D-3EB4-FAFDB97CAB60}"/>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007421784"/>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orient="horz" pos="3929"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58ADAD-D679-26B4-4AEF-A682620D5007}"/>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lang="en-US" smtClean="0">
                <a:noFill/>
              </a:defRPr>
            </a:lvl1pPr>
          </a:lstStyle>
          <a:p>
            <a:r>
              <a:rPr lang="en-GB"/>
              <a:t>CONFIDENTIAL – SHARED UNDER NDA. DO NOT FORWARD.</a:t>
            </a:r>
          </a:p>
        </p:txBody>
      </p:sp>
      <p:sp>
        <p:nvSpPr>
          <p:cNvPr id="7" name="Foliennummernplatzhalter 6"/>
          <p:cNvSpPr>
            <a:spLocks noGrp="1"/>
          </p:cNvSpPr>
          <p:nvPr>
            <p:ph type="sldNum" sz="quarter" idx="12"/>
          </p:nvPr>
        </p:nvSpPr>
        <p:spPr bwMode="gray">
          <a:xfrm>
            <a:off x="11208112" y="6525360"/>
            <a:ext cx="360000" cy="144000"/>
          </a:xfrm>
        </p:spPr>
        <p:txBody>
          <a:bodyPr/>
          <a:lstStyle>
            <a:lvl1pPr>
              <a:defRPr>
                <a:noFill/>
              </a:defRPr>
            </a:lvl1pPr>
          </a:lstStyle>
          <a:p>
            <a:fld id="{8FF9B0DE-3FEB-4AA0-B465-B80EF7C1333D}" type="slidenum">
              <a:rPr lang="en-GB" smtClean="0"/>
              <a:pPr/>
              <a:t>‹#›</a:t>
            </a:fld>
            <a:endParaRPr lang="en-GB"/>
          </a:p>
        </p:txBody>
      </p:sp>
      <p:sp>
        <p:nvSpPr>
          <p:cNvPr id="18" name="Picture Placeholder 17">
            <a:extLst>
              <a:ext uri="{FF2B5EF4-FFF2-40B4-BE49-F238E27FC236}">
                <a16:creationId xmlns:a16="http://schemas.microsoft.com/office/drawing/2014/main" id="{B8DF295D-CB11-A4FB-5F5E-834306A9FA83}"/>
              </a:ext>
            </a:extLst>
          </p:cNvPr>
          <p:cNvSpPr>
            <a:spLocks noGrp="1"/>
          </p:cNvSpPr>
          <p:nvPr>
            <p:ph type="pic" sz="quarter" idx="13"/>
          </p:nvPr>
        </p:nvSpPr>
        <p:spPr bwMode="gray">
          <a:xfrm>
            <a:off x="0" y="0"/>
            <a:ext cx="12192000" cy="6858001"/>
          </a:xfrm>
          <a:prstGeom prst="rect">
            <a:avLst/>
          </a:pr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1pPr>
            <a:lvl2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2pPr>
            <a:lvl3pPr marL="0" indent="0" algn="ctr">
              <a:lnSpc>
                <a:spcPct val="120000"/>
              </a:lnSpc>
              <a:spcBef>
                <a:spcPts val="0"/>
              </a:spcBef>
              <a:spcAft>
                <a:spcPts val="0"/>
              </a:spcAft>
              <a:buNone/>
              <a:defRPr sz="1000" b="0">
                <a:solidFill>
                  <a:schemeClr val="bg1"/>
                </a:solidFill>
                <a:latin typeface="+mn-lt"/>
              </a:defRPr>
            </a:lvl3pPr>
            <a:lvl4pPr marL="0" indent="0" algn="ctr">
              <a:lnSpc>
                <a:spcPct val="120000"/>
              </a:lnSpc>
              <a:spcBef>
                <a:spcPts val="0"/>
              </a:spcBef>
              <a:spcAft>
                <a:spcPts val="0"/>
              </a:spcAft>
              <a:buNone/>
              <a:defRPr sz="1000" b="0">
                <a:solidFill>
                  <a:schemeClr val="bg1"/>
                </a:solidFill>
                <a:latin typeface="+mn-lt"/>
              </a:defRPr>
            </a:lvl4pPr>
            <a:lvl5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5pPr>
            <a:lvl6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6pPr>
            <a:lvl7pPr marL="0" indent="0" algn="ctr">
              <a:lnSpc>
                <a:spcPct val="120000"/>
              </a:lnSpc>
              <a:spcBef>
                <a:spcPts val="0"/>
              </a:spcBef>
              <a:spcAft>
                <a:spcPts val="0"/>
              </a:spcAft>
              <a:buNone/>
              <a:defRPr sz="1000" b="0">
                <a:solidFill>
                  <a:schemeClr val="bg1"/>
                </a:solidFill>
                <a:latin typeface="+mn-lt"/>
              </a:defRPr>
            </a:lvl7pPr>
            <a:lvl8pPr marL="0" indent="0" algn="ctr">
              <a:lnSpc>
                <a:spcPct val="120000"/>
              </a:lnSpc>
              <a:spcBef>
                <a:spcPts val="0"/>
              </a:spcBef>
              <a:spcAft>
                <a:spcPts val="0"/>
              </a:spcAft>
              <a:buNone/>
              <a:defRPr sz="1000" b="0">
                <a:solidFill>
                  <a:schemeClr val="bg1"/>
                </a:solidFill>
                <a:latin typeface="+mn-lt"/>
              </a:defRPr>
            </a:lvl8pPr>
            <a:lvl9pPr marL="0" indent="0" algn="ctr">
              <a:lnSpc>
                <a:spcPct val="120000"/>
              </a:lnSpc>
              <a:spcBef>
                <a:spcPts val="0"/>
              </a:spcBef>
              <a:spcAft>
                <a:spcPts val="0"/>
              </a:spcAft>
              <a:buNone/>
              <a:defRPr sz="1000" b="0">
                <a:solidFill>
                  <a:schemeClr val="bg1"/>
                </a:solidFill>
                <a:latin typeface="+mn-lt"/>
              </a:defRPr>
            </a:lvl9pPr>
          </a:lstStyle>
          <a:p>
            <a:endParaRPr lang="en-GB"/>
          </a:p>
        </p:txBody>
      </p:sp>
      <p:sp>
        <p:nvSpPr>
          <p:cNvPr id="16" name="Title 15">
            <a:extLst>
              <a:ext uri="{FF2B5EF4-FFF2-40B4-BE49-F238E27FC236}">
                <a16:creationId xmlns:a16="http://schemas.microsoft.com/office/drawing/2014/main" id="{28C77865-6467-D50F-9DCF-A6AAA413DF6A}"/>
              </a:ext>
            </a:extLst>
          </p:cNvPr>
          <p:cNvSpPr>
            <a:spLocks noGrp="1"/>
          </p:cNvSpPr>
          <p:nvPr>
            <p:ph type="title" hasCustomPrompt="1"/>
          </p:nvPr>
        </p:nvSpPr>
        <p:spPr>
          <a:xfrm>
            <a:off x="623888" y="4365312"/>
            <a:ext cx="5183984" cy="1872000"/>
          </a:xfrm>
          <a:noFill/>
        </p:spPr>
        <p:txBody>
          <a:bodyPr lIns="0" tIns="0" rIns="0" bIns="0" anchor="b"/>
          <a:lstStyle>
            <a:lvl1pPr>
              <a:defRPr lang="en-US" sz="4000" dirty="0">
                <a:solidFill>
                  <a:schemeClr val="bg1"/>
                </a:solidFill>
              </a:defRPr>
            </a:lvl1pPr>
          </a:lstStyle>
          <a:p>
            <a:r>
              <a:rPr lang="en-GB"/>
              <a:t>Add a message aligned to the left or right side</a:t>
            </a:r>
          </a:p>
        </p:txBody>
      </p:sp>
      <p:sp>
        <p:nvSpPr>
          <p:cNvPr id="3" name="Callout: Line 2">
            <a:extLst>
              <a:ext uri="{FF2B5EF4-FFF2-40B4-BE49-F238E27FC236}">
                <a16:creationId xmlns:a16="http://schemas.microsoft.com/office/drawing/2014/main" id="{A89324E0-1FA7-5467-7B47-C8D149B09454}"/>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12" name="Text Placeholder 13">
            <a:extLst>
              <a:ext uri="{FF2B5EF4-FFF2-40B4-BE49-F238E27FC236}">
                <a16:creationId xmlns:a16="http://schemas.microsoft.com/office/drawing/2014/main" id="{227408C9-542A-5093-B41C-51761CEAF845}"/>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bg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endParaRPr lang="de-DE"/>
          </a:p>
        </p:txBody>
      </p:sp>
    </p:spTree>
    <p:extLst>
      <p:ext uri="{BB962C8B-B14F-4D97-AF65-F5344CB8AC3E}">
        <p14:creationId xmlns:p14="http://schemas.microsoft.com/office/powerpoint/2010/main" val="40519760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93" userDrawn="1">
          <p15:clr>
            <a:srgbClr val="5ACBF0"/>
          </p15:clr>
        </p15:guide>
        <p15:guide id="4" orient="horz" pos="391" userDrawn="1">
          <p15:clr>
            <a:srgbClr val="5ACBF0"/>
          </p15:clr>
        </p15:guide>
        <p15:guide id="5" pos="7287" userDrawn="1">
          <p15:clr>
            <a:srgbClr val="5ACBF0"/>
          </p15:clr>
        </p15:guide>
        <p15:guide id="6" orient="horz" pos="3929"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888" y="1484784"/>
            <a:ext cx="6912000" cy="288000"/>
          </a:xfrm>
        </p:spPr>
        <p:txBody>
          <a:bodyPr anchor="b"/>
          <a:lstStyle>
            <a:lvl1pPr>
              <a:defRPr sz="1800"/>
            </a:lvl1pPr>
          </a:lstStyle>
          <a:p>
            <a:r>
              <a:rPr lang="en-GB"/>
              <a:t>Topic of statement</a:t>
            </a:r>
          </a:p>
        </p:txBody>
      </p:sp>
      <p:sp>
        <p:nvSpPr>
          <p:cNvPr id="6" name="Text Placeholder 5">
            <a:extLst>
              <a:ext uri="{FF2B5EF4-FFF2-40B4-BE49-F238E27FC236}">
                <a16:creationId xmlns:a16="http://schemas.microsoft.com/office/drawing/2014/main" id="{67E6804A-B557-0580-B9FF-6543B0B27020}"/>
              </a:ext>
            </a:extLst>
          </p:cNvPr>
          <p:cNvSpPr>
            <a:spLocks noGrp="1"/>
          </p:cNvSpPr>
          <p:nvPr>
            <p:ph type="body" sz="quarter" idx="16" hasCustomPrompt="1"/>
          </p:nvPr>
        </p:nvSpPr>
        <p:spPr>
          <a:xfrm>
            <a:off x="623888" y="2204864"/>
            <a:ext cx="6911975" cy="4032000"/>
          </a:xfrm>
          <a:prstGeom prst="rect">
            <a:avLst/>
          </a:prstGeom>
        </p:spPr>
        <p:txBody>
          <a:bodyPr/>
          <a:lstStyle>
            <a:lvl1pPr marL="0" indent="0">
              <a:spcBef>
                <a:spcPts val="600"/>
              </a:spcBef>
              <a:spcAft>
                <a:spcPts val="600"/>
              </a:spcAft>
              <a:buFont typeface="Arial" panose="020B0604020202020204" pitchFamily="34" charset="0"/>
              <a:buNone/>
              <a:defRPr sz="3200">
                <a:latin typeface="+mn-lt"/>
              </a:defRPr>
            </a:lvl1pPr>
            <a:lvl2pPr marL="0" indent="0">
              <a:spcBef>
                <a:spcPts val="600"/>
              </a:spcBef>
              <a:spcAft>
                <a:spcPts val="600"/>
              </a:spcAft>
              <a:buFont typeface="Arial" panose="020B0604020202020204" pitchFamily="34" charset="0"/>
              <a:buNone/>
              <a:defRPr sz="3200">
                <a:latin typeface="+mn-lt"/>
              </a:defRPr>
            </a:lvl2pPr>
            <a:lvl3pPr marL="0" indent="0">
              <a:spcBef>
                <a:spcPts val="600"/>
              </a:spcBef>
              <a:spcAft>
                <a:spcPts val="600"/>
              </a:spcAft>
              <a:buNone/>
              <a:defRPr sz="3200">
                <a:latin typeface="+mn-lt"/>
              </a:defRPr>
            </a:lvl3pPr>
            <a:lvl4pPr marL="0" indent="0">
              <a:spcBef>
                <a:spcPts val="600"/>
              </a:spcBef>
              <a:spcAft>
                <a:spcPts val="600"/>
              </a:spcAft>
              <a:buNone/>
              <a:defRPr sz="3200">
                <a:latin typeface="+mn-lt"/>
              </a:defRPr>
            </a:lvl4pPr>
            <a:lvl5pPr marL="0" indent="0">
              <a:spcBef>
                <a:spcPts val="600"/>
              </a:spcBef>
              <a:spcAft>
                <a:spcPts val="600"/>
              </a:spcAft>
              <a:buFont typeface="Arial" panose="020B0604020202020204" pitchFamily="34" charset="0"/>
              <a:buNone/>
              <a:defRPr sz="3200">
                <a:latin typeface="+mn-lt"/>
              </a:defRPr>
            </a:lvl5pPr>
            <a:lvl6pPr marL="0" indent="0">
              <a:spcBef>
                <a:spcPts val="600"/>
              </a:spcBef>
              <a:spcAft>
                <a:spcPts val="600"/>
              </a:spcAft>
              <a:buFont typeface="Arial" panose="020B0604020202020204" pitchFamily="34" charset="0"/>
              <a:buNone/>
              <a:defRPr sz="3200">
                <a:latin typeface="+mn-lt"/>
              </a:defRPr>
            </a:lvl6pPr>
            <a:lvl7pPr marL="0" indent="0">
              <a:spcBef>
                <a:spcPts val="600"/>
              </a:spcBef>
              <a:spcAft>
                <a:spcPts val="600"/>
              </a:spcAft>
              <a:buNone/>
              <a:defRPr sz="3200">
                <a:latin typeface="+mn-lt"/>
              </a:defRPr>
            </a:lvl7pPr>
            <a:lvl8pPr marL="0" indent="0">
              <a:spcBef>
                <a:spcPts val="600"/>
              </a:spcBef>
              <a:spcAft>
                <a:spcPts val="600"/>
              </a:spcAft>
              <a:buNone/>
              <a:defRPr sz="3200">
                <a:latin typeface="+mn-lt"/>
              </a:defRPr>
            </a:lvl8pPr>
            <a:lvl9pPr marL="0" indent="0">
              <a:spcBef>
                <a:spcPts val="600"/>
              </a:spcBef>
              <a:spcAft>
                <a:spcPts val="600"/>
              </a:spcAft>
              <a:buNone/>
              <a:defRPr sz="3200">
                <a:latin typeface="+mn-lt"/>
              </a:defRPr>
            </a:lvl9pPr>
          </a:lstStyle>
          <a:p>
            <a:pPr lvl="0"/>
            <a:r>
              <a:rPr lang="en-GB"/>
              <a:t>Add an important statement</a:t>
            </a:r>
          </a:p>
        </p:txBody>
      </p:sp>
      <p:pic>
        <p:nvPicPr>
          <p:cNvPr id="20" name="Graphic 19">
            <a:extLst>
              <a:ext uri="{FF2B5EF4-FFF2-40B4-BE49-F238E27FC236}">
                <a16:creationId xmlns:a16="http://schemas.microsoft.com/office/drawing/2014/main" id="{D87F7DD5-FE55-1757-0CD4-20FAE20C2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a:off x="9606976" y="0"/>
            <a:ext cx="2585024" cy="6858000"/>
          </a:xfrm>
          <a:prstGeom prst="rect">
            <a:avLst/>
          </a:prstGeom>
        </p:spPr>
      </p:pic>
      <p:sp>
        <p:nvSpPr>
          <p:cNvPr id="3" name="Subtitle 2">
            <a:extLst>
              <a:ext uri="{FF2B5EF4-FFF2-40B4-BE49-F238E27FC236}">
                <a16:creationId xmlns:a16="http://schemas.microsoft.com/office/drawing/2014/main" id="{47C0BC4A-2B94-C4C8-BAB0-C51AE88EEDC6}"/>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
        <p:nvSpPr>
          <p:cNvPr id="7" name="Box">
            <a:extLst>
              <a:ext uri="{FF2B5EF4-FFF2-40B4-BE49-F238E27FC236}">
                <a16:creationId xmlns:a16="http://schemas.microsoft.com/office/drawing/2014/main" id="{1383CA07-6945-F67C-0640-B79EE219FC09}"/>
              </a:ext>
            </a:extLst>
          </p:cNvPr>
          <p:cNvSpPr/>
          <p:nvPr userDrawn="1"/>
        </p:nvSpPr>
        <p:spPr bwMode="invGray">
          <a:xfrm>
            <a:off x="10580483" y="-1"/>
            <a:ext cx="1276157" cy="9648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Logo">
            <a:extLst>
              <a:ext uri="{FF2B5EF4-FFF2-40B4-BE49-F238E27FC236}">
                <a16:creationId xmlns:a16="http://schemas.microsoft.com/office/drawing/2014/main" id="{19210578-8885-4C18-A4C5-D3918EDD99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2949452986"/>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4747" userDrawn="1">
          <p15:clr>
            <a:srgbClr val="5ACBF0"/>
          </p15:clr>
        </p15:guide>
        <p15:guide id="5" orient="horz" pos="1389" userDrawn="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Subtitle 2">
            <a:extLst>
              <a:ext uri="{FF2B5EF4-FFF2-40B4-BE49-F238E27FC236}">
                <a16:creationId xmlns:a16="http://schemas.microsoft.com/office/drawing/2014/main" id="{B9C45FCD-6CD9-C35E-4E96-71C11BF3EEB4}"/>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7549116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391" userDrawn="1">
          <p15:clr>
            <a:srgbClr val="5ACBF0"/>
          </p15:clr>
        </p15:guide>
        <p15:guide id="5" orient="horz" pos="1117"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820F22-AB0B-FCC4-19F4-47AB9C42AB26}"/>
              </a:ext>
            </a:extLst>
          </p:cNvPr>
          <p:cNvSpPr>
            <a:spLocks noGrp="1"/>
          </p:cNvSpPr>
          <p:nvPr>
            <p:ph type="title" hasCustomPrompt="1"/>
          </p:nvPr>
        </p:nvSpPr>
        <p:spPr>
          <a:xfrm>
            <a:off x="3503613" y="2913719"/>
            <a:ext cx="2880522" cy="1008112"/>
          </a:xfrm>
        </p:spPr>
        <p:txBody>
          <a:bodyPr tIns="0" anchor="ctr"/>
          <a:lstStyle>
            <a:lvl1pPr>
              <a:defRPr/>
            </a:lvl1pPr>
          </a:lstStyle>
          <a:p>
            <a:r>
              <a:rPr lang="en-GB" noProof="0"/>
              <a:t>Thank you</a:t>
            </a:r>
          </a:p>
        </p:txBody>
      </p:sp>
      <p:sp>
        <p:nvSpPr>
          <p:cNvPr id="8" name="Textplatzhalter 7"/>
          <p:cNvSpPr>
            <a:spLocks noGrp="1"/>
          </p:cNvSpPr>
          <p:nvPr>
            <p:ph type="body" sz="quarter" idx="10" hasCustomPrompt="1"/>
          </p:nvPr>
        </p:nvSpPr>
        <p:spPr bwMode="black">
          <a:xfrm>
            <a:off x="6959599" y="3284984"/>
            <a:ext cx="3457575" cy="2952000"/>
          </a:xfrm>
          <a:prstGeom prst="rect">
            <a:avLst/>
          </a:prstGeom>
        </p:spPr>
        <p:txBody>
          <a:bodyPr anchor="t"/>
          <a:lstStyle>
            <a:lvl1pPr algn="l">
              <a:spcBef>
                <a:spcPts val="200"/>
              </a:spcBef>
              <a:spcAft>
                <a:spcPts val="200"/>
              </a:spcAft>
              <a:defRPr sz="1800" b="0">
                <a:solidFill>
                  <a:schemeClr val="bg2"/>
                </a:solidFill>
                <a:latin typeface="+mj-lt"/>
              </a:defRPr>
            </a:lvl1pPr>
            <a:lvl2pPr marL="0" indent="0" algn="l">
              <a:spcBef>
                <a:spcPts val="200"/>
              </a:spcBef>
              <a:spcAft>
                <a:spcPts val="1200"/>
              </a:spcAft>
              <a:buFont typeface="Arial" panose="020B0604020202020204" pitchFamily="34" charset="0"/>
              <a:buNone/>
              <a:tabLst>
                <a:tab pos="723900" algn="l"/>
              </a:tabLst>
              <a:defRPr sz="1000" b="0">
                <a:latin typeface="+mn-lt"/>
              </a:defRPr>
            </a:lvl2pPr>
            <a:lvl3pPr marL="0" indent="0" algn="l">
              <a:spcBef>
                <a:spcPts val="200"/>
              </a:spcBef>
              <a:spcAft>
                <a:spcPts val="200"/>
              </a:spcAft>
              <a:buNone/>
              <a:tabLst>
                <a:tab pos="723900" algn="l"/>
              </a:tabLst>
              <a:defRPr sz="1400" b="0">
                <a:latin typeface="+mn-lt"/>
              </a:defRPr>
            </a:lvl3pPr>
            <a:lvl4pPr marL="0" indent="0" algn="l">
              <a:spcBef>
                <a:spcPts val="200"/>
              </a:spcBef>
              <a:spcAft>
                <a:spcPts val="200"/>
              </a:spcAft>
              <a:buNone/>
              <a:tabLst>
                <a:tab pos="723900" algn="l"/>
              </a:tabLst>
              <a:defRPr sz="1400" b="0">
                <a:latin typeface="+mn-lt"/>
              </a:defRPr>
            </a:lvl4pPr>
            <a:lvl5pPr marL="0" indent="0" algn="l">
              <a:spcBef>
                <a:spcPts val="200"/>
              </a:spcBef>
              <a:spcAft>
                <a:spcPts val="200"/>
              </a:spcAft>
              <a:buNone/>
              <a:tabLst>
                <a:tab pos="723900" algn="l"/>
              </a:tabLst>
              <a:defRPr sz="1400" b="0">
                <a:latin typeface="+mn-lt"/>
              </a:defRPr>
            </a:lvl5pPr>
            <a:lvl6pPr marL="0" indent="0">
              <a:spcBef>
                <a:spcPts val="200"/>
              </a:spcBef>
              <a:spcAft>
                <a:spcPts val="200"/>
              </a:spcAft>
              <a:buNone/>
              <a:tabLst>
                <a:tab pos="723900" algn="l"/>
              </a:tabLst>
              <a:defRPr sz="1400" b="0">
                <a:latin typeface="+mn-lt"/>
              </a:defRPr>
            </a:lvl6pPr>
            <a:lvl7pPr marL="0" indent="0">
              <a:spcBef>
                <a:spcPts val="200"/>
              </a:spcBef>
              <a:spcAft>
                <a:spcPts val="200"/>
              </a:spcAft>
              <a:buNone/>
              <a:tabLst>
                <a:tab pos="723900" algn="l"/>
              </a:tabLst>
              <a:defRPr sz="1400" b="0">
                <a:latin typeface="+mn-lt"/>
              </a:defRPr>
            </a:lvl7pPr>
            <a:lvl8pPr marL="0" indent="0">
              <a:spcBef>
                <a:spcPts val="200"/>
              </a:spcBef>
              <a:spcAft>
                <a:spcPts val="200"/>
              </a:spcAft>
              <a:buNone/>
              <a:tabLst>
                <a:tab pos="723900" algn="l"/>
              </a:tabLst>
              <a:defRPr sz="1400" b="0">
                <a:latin typeface="+mn-lt"/>
              </a:defRPr>
            </a:lvl8pPr>
            <a:lvl9pPr marL="0" indent="0">
              <a:spcBef>
                <a:spcPts val="200"/>
              </a:spcBef>
              <a:spcAft>
                <a:spcPts val="200"/>
              </a:spcAft>
              <a:buNone/>
              <a:tabLst>
                <a:tab pos="723900" algn="l"/>
              </a:tabLst>
              <a:defRPr sz="1400" b="0">
                <a:latin typeface="+mn-lt"/>
              </a:defRPr>
            </a:lvl9pPr>
          </a:lstStyle>
          <a:p>
            <a:pPr lvl="0"/>
            <a:r>
              <a:rPr lang="en-GB"/>
              <a:t>Name Surname</a:t>
            </a:r>
          </a:p>
          <a:p>
            <a:pPr lvl="1"/>
            <a:r>
              <a:rPr lang="en-GB"/>
              <a:t>Job title</a:t>
            </a:r>
          </a:p>
          <a:p>
            <a:pPr lvl="2"/>
            <a:r>
              <a:rPr lang="en-GB"/>
              <a:t>Contact data</a:t>
            </a:r>
          </a:p>
        </p:txBody>
      </p:sp>
      <p:pic>
        <p:nvPicPr>
          <p:cNvPr id="2" name="Graphic 1">
            <a:extLst>
              <a:ext uri="{FF2B5EF4-FFF2-40B4-BE49-F238E27FC236}">
                <a16:creationId xmlns:a16="http://schemas.microsoft.com/office/drawing/2014/main" id="{F3784D80-5586-6198-7C51-BAE686880F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rot="10800000">
            <a:off x="1" y="0"/>
            <a:ext cx="2585024" cy="6858000"/>
          </a:xfrm>
          <a:prstGeom prst="rect">
            <a:avLst/>
          </a:prstGeom>
        </p:spPr>
      </p:pic>
      <p:sp>
        <p:nvSpPr>
          <p:cNvPr id="10" name="Bildplatzhalter 8">
            <a:extLst>
              <a:ext uri="{FF2B5EF4-FFF2-40B4-BE49-F238E27FC236}">
                <a16:creationId xmlns:a16="http://schemas.microsoft.com/office/drawing/2014/main" id="{14649956-A4E1-EFE1-CA84-A162CF80FADE}"/>
              </a:ext>
              <a:ext uri="{C183D7F6-B498-43B3-948B-1728B52AA6E4}">
                <adec:decorative xmlns:adec="http://schemas.microsoft.com/office/drawing/2017/decorative" val="1"/>
              </a:ext>
            </a:extLst>
          </p:cNvPr>
          <p:cNvSpPr>
            <a:spLocks noGrp="1"/>
          </p:cNvSpPr>
          <p:nvPr>
            <p:ph type="pic" sz="quarter" idx="13"/>
          </p:nvPr>
        </p:nvSpPr>
        <p:spPr bwMode="black">
          <a:xfrm>
            <a:off x="6959600" y="620712"/>
            <a:ext cx="3457575" cy="230400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3" name="Footer Placeholder 2">
            <a:extLst>
              <a:ext uri="{FF2B5EF4-FFF2-40B4-BE49-F238E27FC236}">
                <a16:creationId xmlns:a16="http://schemas.microsoft.com/office/drawing/2014/main" id="{3AE7DDDF-C12F-4CD6-ABC5-E6EC2BB84651}"/>
              </a:ext>
            </a:extLst>
          </p:cNvPr>
          <p:cNvSpPr>
            <a:spLocks noGrp="1"/>
          </p:cNvSpPr>
          <p:nvPr>
            <p:ph type="ftr" sz="quarter" idx="14"/>
          </p:nvPr>
        </p:nvSpPr>
        <p:spPr/>
        <p:txBody>
          <a:bodyPr/>
          <a:lstStyle>
            <a:lvl1pPr>
              <a:defRPr>
                <a:noFill/>
              </a:defRPr>
            </a:lvl1pPr>
          </a:lstStyle>
          <a:p>
            <a:r>
              <a:rPr lang="en-GB"/>
              <a:t>CONFIDENTIAL – SHARED UNDER NDA. DO NOT FORWARD.</a:t>
            </a:r>
          </a:p>
        </p:txBody>
      </p:sp>
      <p:sp>
        <p:nvSpPr>
          <p:cNvPr id="4" name="Slide Number Placeholder 3">
            <a:extLst>
              <a:ext uri="{FF2B5EF4-FFF2-40B4-BE49-F238E27FC236}">
                <a16:creationId xmlns:a16="http://schemas.microsoft.com/office/drawing/2014/main" id="{54B21251-1225-91AC-8267-5F50CE927D85}"/>
              </a:ext>
            </a:extLst>
          </p:cNvPr>
          <p:cNvSpPr>
            <a:spLocks noGrp="1"/>
          </p:cNvSpPr>
          <p:nvPr>
            <p:ph type="sldNum" sz="quarter" idx="15"/>
          </p:nvPr>
        </p:nvSpPr>
        <p:spPr/>
        <p:txBody>
          <a:bodyPr/>
          <a:lstStyle>
            <a:lvl1pPr>
              <a:defRPr>
                <a:noFill/>
              </a:defRPr>
            </a:lvl1pPr>
          </a:lstStyle>
          <a:p>
            <a:fld id="{8FF9B0DE-3FEB-4AA0-B465-B80EF7C1333D}" type="slidenum">
              <a:rPr lang="en-GB" smtClean="0"/>
              <a:pPr/>
              <a:t>‹#›</a:t>
            </a:fld>
            <a:endParaRPr lang="en-GB"/>
          </a:p>
        </p:txBody>
      </p:sp>
      <p:sp>
        <p:nvSpPr>
          <p:cNvPr id="6" name="Date Placeholder 3">
            <a:extLst>
              <a:ext uri="{FF2B5EF4-FFF2-40B4-BE49-F238E27FC236}">
                <a16:creationId xmlns:a16="http://schemas.microsoft.com/office/drawing/2014/main" id="{25EADE93-A9EF-74FA-2C3E-0EAEFCA9C0FE}"/>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pic>
        <p:nvPicPr>
          <p:cNvPr id="5" name="Logo">
            <a:extLst>
              <a:ext uri="{FF2B5EF4-FFF2-40B4-BE49-F238E27FC236}">
                <a16:creationId xmlns:a16="http://schemas.microsoft.com/office/drawing/2014/main" id="{B4645AC1-0063-A4BD-B5E6-1E7196D7B8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528842129"/>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6562" userDrawn="1">
          <p15:clr>
            <a:srgbClr val="5ACBF0"/>
          </p15:clr>
        </p15:guide>
        <p15:guide id="4" orient="horz" pos="391" userDrawn="1">
          <p15:clr>
            <a:srgbClr val="5ACBF0"/>
          </p15:clr>
        </p15:guide>
        <p15:guide id="5" pos="4384"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image" Target="../media/image11.svg"/><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5" name="Gruppieren 24">
            <a:extLst>
              <a:ext uri="{C183D7F6-B498-43B3-948B-1728B52AA6E4}">
                <adec:decorative xmlns:adec="http://schemas.microsoft.com/office/drawing/2017/decorative" val="1"/>
              </a:ext>
            </a:extLst>
          </p:cNvPr>
          <p:cNvGrpSpPr/>
          <p:nvPr userDrawn="1"/>
        </p:nvGrpSpPr>
        <p:grpSpPr bwMode="gray">
          <a:xfrm>
            <a:off x="-168688" y="620688"/>
            <a:ext cx="72000" cy="5616624"/>
            <a:chOff x="-456728" y="620688"/>
            <a:chExt cx="216000" cy="5616624"/>
          </a:xfrm>
        </p:grpSpPr>
        <p:cxnSp>
          <p:nvCxnSpPr>
            <p:cNvPr id="23" name="Gerader Verbinder 22"/>
            <p:cNvCxnSpPr/>
            <p:nvPr userDrawn="1"/>
          </p:nvCxnSpPr>
          <p:spPr bwMode="gray">
            <a:xfrm>
              <a:off x="-456728" y="620688"/>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237312"/>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A80C130E-FFAB-1C25-18E3-9DA5F46EA753}"/>
                </a:ext>
              </a:extLst>
            </p:cNvPr>
            <p:cNvCxnSpPr/>
            <p:nvPr userDrawn="1"/>
          </p:nvCxnSpPr>
          <p:spPr bwMode="gray">
            <a:xfrm>
              <a:off x="-456728" y="1772816"/>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Fußzeilenplatzhalter 4">
            <a:extLs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rgbClr val="8F8F8B"/>
                </a:solidFill>
              </a:defRPr>
            </a:lvl1pPr>
          </a:lstStyle>
          <a:p>
            <a:r>
              <a:rPr lang="en-GB"/>
              <a:t>CONFIDENTIAL – SHARED UNDER NDA. DO NOT FORWARD.</a:t>
            </a:r>
          </a:p>
        </p:txBody>
      </p:sp>
      <p:sp>
        <p:nvSpPr>
          <p:cNvPr id="6" name="Foliennummernplatzhalter 5"/>
          <p:cNvSpPr>
            <a:spLocks noGrp="1"/>
          </p:cNvSpPr>
          <p:nvPr>
            <p:ph type="sldNum" sz="quarter" idx="4"/>
          </p:nvPr>
        </p:nvSpPr>
        <p:spPr bwMode="gray">
          <a:xfrm>
            <a:off x="11208112" y="6525360"/>
            <a:ext cx="360000" cy="144000"/>
          </a:xfrm>
          <a:prstGeom prst="rect">
            <a:avLst/>
          </a:prstGeom>
        </p:spPr>
        <p:txBody>
          <a:bodyPr vert="horz" lIns="0" tIns="0" rIns="0" bIns="0" rtlCol="0" anchor="ctr">
            <a:noAutofit/>
          </a:bodyPr>
          <a:lstStyle>
            <a:lvl1pPr algn="r">
              <a:defRPr sz="700">
                <a:solidFill>
                  <a:srgbClr val="8F8F8B"/>
                </a:solidFill>
                <a:latin typeface="+mj-lt"/>
              </a:defRPr>
            </a:lvl1pPr>
          </a:lstStyle>
          <a:p>
            <a:fld id="{8FF9B0DE-3FEB-4AA0-B465-B80EF7C1333D}" type="slidenum">
              <a:rPr lang="en-GB" smtClean="0"/>
              <a:pPr/>
              <a:t>‹#›</a:t>
            </a:fld>
            <a:endParaRPr lang="en-GB"/>
          </a:p>
        </p:txBody>
      </p:sp>
      <p:sp>
        <p:nvSpPr>
          <p:cNvPr id="2" name="Titelplatzhalter 1"/>
          <p:cNvSpPr>
            <a:spLocks noGrp="1"/>
          </p:cNvSpPr>
          <p:nvPr>
            <p:ph type="title"/>
          </p:nvPr>
        </p:nvSpPr>
        <p:spPr bwMode="gray">
          <a:xfrm>
            <a:off x="623888" y="620687"/>
            <a:ext cx="10944224" cy="504000"/>
          </a:xfrm>
          <a:prstGeom prst="rect">
            <a:avLst/>
          </a:prstGeom>
        </p:spPr>
        <p:txBody>
          <a:bodyPr vert="horz" lIns="0" tIns="0" rIns="0" bIns="0" rtlCol="0" anchor="t">
            <a:noAutofit/>
          </a:bodyPr>
          <a:lstStyle/>
          <a:p>
            <a:r>
              <a:rPr lang="en-GB"/>
              <a:t>Master title format</a:t>
            </a:r>
          </a:p>
        </p:txBody>
      </p:sp>
      <p:sp>
        <p:nvSpPr>
          <p:cNvPr id="3" name="Textplatzhalter 2"/>
          <p:cNvSpPr>
            <a:spLocks noGrp="1"/>
          </p:cNvSpPr>
          <p:nvPr>
            <p:ph type="body" idx="1"/>
          </p:nvPr>
        </p:nvSpPr>
        <p:spPr bwMode="gray">
          <a:xfrm>
            <a:off x="623888" y="1773239"/>
            <a:ext cx="10944225" cy="4464050"/>
          </a:xfrm>
          <a:prstGeom prst="rect">
            <a:avLst/>
          </a:prstGeom>
        </p:spPr>
        <p:txBody>
          <a:bodyPr vert="horz" lIns="0" tIns="0" rIns="0" bIns="0" rtlCol="0">
            <a:noAutofit/>
          </a:body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grpSp>
        <p:nvGrpSpPr>
          <p:cNvPr id="19" name="Group 18">
            <a:extLst>
              <a:ext uri="{FF2B5EF4-FFF2-40B4-BE49-F238E27FC236}">
                <a16:creationId xmlns:a16="http://schemas.microsoft.com/office/drawing/2014/main" id="{60C9C158-0880-C88E-392B-303801BF3B1F}"/>
              </a:ext>
              <a:ext uri="{C183D7F6-B498-43B3-948B-1728B52AA6E4}">
                <adec:decorative xmlns:adec="http://schemas.microsoft.com/office/drawing/2017/decorative" val="1"/>
              </a:ext>
            </a:extLst>
          </p:cNvPr>
          <p:cNvGrpSpPr/>
          <p:nvPr userDrawn="1"/>
        </p:nvGrpSpPr>
        <p:grpSpPr>
          <a:xfrm>
            <a:off x="623888" y="-279400"/>
            <a:ext cx="10946176" cy="108000"/>
            <a:chOff x="623888" y="-279400"/>
            <a:chExt cx="10946176" cy="108000"/>
          </a:xfrm>
        </p:grpSpPr>
        <p:cxnSp>
          <p:nvCxnSpPr>
            <p:cNvPr id="52" name="Gerader Verbinder 51">
              <a:extLst>
                <a:ext uri="{FF2B5EF4-FFF2-40B4-BE49-F238E27FC236}">
                  <a16:creationId xmlns:a16="http://schemas.microsoft.com/office/drawing/2014/main" id="{FB3F183F-4A20-C039-6CFB-C8BE6BB2E790}"/>
                </a:ext>
              </a:extLst>
            </p:cNvPr>
            <p:cNvCxnSpPr>
              <a:cxnSpLocks/>
            </p:cNvCxnSpPr>
            <p:nvPr userDrawn="1"/>
          </p:nvCxnSpPr>
          <p:spPr bwMode="gray">
            <a:xfrm>
              <a:off x="623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12">
              <a:extLst>
                <a:ext uri="{FF2B5EF4-FFF2-40B4-BE49-F238E27FC236}">
                  <a16:creationId xmlns:a16="http://schemas.microsoft.com/office/drawing/2014/main" id="{7D3B68E6-D823-99B9-04BD-0843824B55E0}"/>
                </a:ext>
              </a:extLst>
            </p:cNvPr>
            <p:cNvCxnSpPr>
              <a:cxnSpLocks/>
            </p:cNvCxnSpPr>
            <p:nvPr userDrawn="1"/>
          </p:nvCxnSpPr>
          <p:spPr bwMode="gray">
            <a:xfrm>
              <a:off x="1199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12">
              <a:extLst>
                <a:ext uri="{FF2B5EF4-FFF2-40B4-BE49-F238E27FC236}">
                  <a16:creationId xmlns:a16="http://schemas.microsoft.com/office/drawing/2014/main" id="{21B6146C-08F9-BFA6-0BD6-E6EEFDCAA66D}"/>
                </a:ext>
              </a:extLst>
            </p:cNvPr>
            <p:cNvCxnSpPr>
              <a:cxnSpLocks/>
            </p:cNvCxnSpPr>
            <p:nvPr userDrawn="1"/>
          </p:nvCxnSpPr>
          <p:spPr bwMode="gray">
            <a:xfrm>
              <a:off x="1775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Gerader Verbinder 12">
              <a:extLst>
                <a:ext uri="{FF2B5EF4-FFF2-40B4-BE49-F238E27FC236}">
                  <a16:creationId xmlns:a16="http://schemas.microsoft.com/office/drawing/2014/main" id="{783FDB41-EBA0-848F-CA4B-559246DCCB50}"/>
                </a:ext>
              </a:extLst>
            </p:cNvPr>
            <p:cNvCxnSpPr>
              <a:cxnSpLocks/>
            </p:cNvCxnSpPr>
            <p:nvPr userDrawn="1"/>
          </p:nvCxnSpPr>
          <p:spPr bwMode="gray">
            <a:xfrm>
              <a:off x="235201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Gerader Verbinder 12">
              <a:extLst>
                <a:ext uri="{FF2B5EF4-FFF2-40B4-BE49-F238E27FC236}">
                  <a16:creationId xmlns:a16="http://schemas.microsoft.com/office/drawing/2014/main" id="{9106D7B1-DB33-3E76-F86D-AB80351B250F}"/>
                </a:ext>
              </a:extLst>
            </p:cNvPr>
            <p:cNvCxnSpPr>
              <a:cxnSpLocks/>
            </p:cNvCxnSpPr>
            <p:nvPr userDrawn="1"/>
          </p:nvCxnSpPr>
          <p:spPr bwMode="gray">
            <a:xfrm>
              <a:off x="292814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12">
              <a:extLst>
                <a:ext uri="{FF2B5EF4-FFF2-40B4-BE49-F238E27FC236}">
                  <a16:creationId xmlns:a16="http://schemas.microsoft.com/office/drawing/2014/main" id="{F60363AD-3A82-21AD-833C-E52EF282BC41}"/>
                </a:ext>
              </a:extLst>
            </p:cNvPr>
            <p:cNvCxnSpPr>
              <a:cxnSpLocks/>
            </p:cNvCxnSpPr>
            <p:nvPr userDrawn="1"/>
          </p:nvCxnSpPr>
          <p:spPr bwMode="gray">
            <a:xfrm>
              <a:off x="350427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12">
              <a:extLst>
                <a:ext uri="{FF2B5EF4-FFF2-40B4-BE49-F238E27FC236}">
                  <a16:creationId xmlns:a16="http://schemas.microsoft.com/office/drawing/2014/main" id="{13680DF0-FAFE-2093-28E7-AD4E8F55B6EB}"/>
                </a:ext>
              </a:extLst>
            </p:cNvPr>
            <p:cNvCxnSpPr>
              <a:cxnSpLocks/>
            </p:cNvCxnSpPr>
            <p:nvPr userDrawn="1"/>
          </p:nvCxnSpPr>
          <p:spPr bwMode="gray">
            <a:xfrm>
              <a:off x="408040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Gerader Verbinder 12">
              <a:extLst>
                <a:ext uri="{FF2B5EF4-FFF2-40B4-BE49-F238E27FC236}">
                  <a16:creationId xmlns:a16="http://schemas.microsoft.com/office/drawing/2014/main" id="{D2B39669-1DB7-FB69-8718-9ADC51CC91FA}"/>
                </a:ext>
              </a:extLst>
            </p:cNvPr>
            <p:cNvCxnSpPr>
              <a:cxnSpLocks/>
            </p:cNvCxnSpPr>
            <p:nvPr userDrawn="1"/>
          </p:nvCxnSpPr>
          <p:spPr bwMode="gray">
            <a:xfrm>
              <a:off x="465652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Gerader Verbinder 12">
              <a:extLst>
                <a:ext uri="{FF2B5EF4-FFF2-40B4-BE49-F238E27FC236}">
                  <a16:creationId xmlns:a16="http://schemas.microsoft.com/office/drawing/2014/main" id="{F5649386-2689-8590-7E18-09063377FA9B}"/>
                </a:ext>
              </a:extLst>
            </p:cNvPr>
            <p:cNvCxnSpPr>
              <a:cxnSpLocks/>
            </p:cNvCxnSpPr>
            <p:nvPr userDrawn="1"/>
          </p:nvCxnSpPr>
          <p:spPr bwMode="gray">
            <a:xfrm>
              <a:off x="523265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Gerader Verbinder 12">
              <a:extLst>
                <a:ext uri="{FF2B5EF4-FFF2-40B4-BE49-F238E27FC236}">
                  <a16:creationId xmlns:a16="http://schemas.microsoft.com/office/drawing/2014/main" id="{9426BA6C-1DAA-DD25-1C50-4D2B214B064E}"/>
                </a:ext>
              </a:extLst>
            </p:cNvPr>
            <p:cNvCxnSpPr>
              <a:cxnSpLocks/>
            </p:cNvCxnSpPr>
            <p:nvPr userDrawn="1"/>
          </p:nvCxnSpPr>
          <p:spPr bwMode="gray">
            <a:xfrm>
              <a:off x="580878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Gerader Verbinder 12">
              <a:extLst>
                <a:ext uri="{FF2B5EF4-FFF2-40B4-BE49-F238E27FC236}">
                  <a16:creationId xmlns:a16="http://schemas.microsoft.com/office/drawing/2014/main" id="{271183F4-1370-4769-AD4A-67AB7669FC4A}"/>
                </a:ext>
              </a:extLst>
            </p:cNvPr>
            <p:cNvCxnSpPr>
              <a:cxnSpLocks/>
            </p:cNvCxnSpPr>
            <p:nvPr userDrawn="1"/>
          </p:nvCxnSpPr>
          <p:spPr bwMode="gray">
            <a:xfrm>
              <a:off x="638491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Gerader Verbinder 12">
              <a:extLst>
                <a:ext uri="{FF2B5EF4-FFF2-40B4-BE49-F238E27FC236}">
                  <a16:creationId xmlns:a16="http://schemas.microsoft.com/office/drawing/2014/main" id="{C008B0B3-1207-E40A-542B-B9B9DFBC78CF}"/>
                </a:ext>
              </a:extLst>
            </p:cNvPr>
            <p:cNvCxnSpPr>
              <a:cxnSpLocks/>
            </p:cNvCxnSpPr>
            <p:nvPr userDrawn="1"/>
          </p:nvCxnSpPr>
          <p:spPr bwMode="gray">
            <a:xfrm>
              <a:off x="696104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12">
              <a:extLst>
                <a:ext uri="{FF2B5EF4-FFF2-40B4-BE49-F238E27FC236}">
                  <a16:creationId xmlns:a16="http://schemas.microsoft.com/office/drawing/2014/main" id="{A505D355-BA84-FEA9-8B2D-4A52E4E75B4E}"/>
                </a:ext>
              </a:extLst>
            </p:cNvPr>
            <p:cNvCxnSpPr>
              <a:cxnSpLocks/>
            </p:cNvCxnSpPr>
            <p:nvPr userDrawn="1"/>
          </p:nvCxnSpPr>
          <p:spPr bwMode="gray">
            <a:xfrm>
              <a:off x="753716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Gerader Verbinder 12">
              <a:extLst>
                <a:ext uri="{FF2B5EF4-FFF2-40B4-BE49-F238E27FC236}">
                  <a16:creationId xmlns:a16="http://schemas.microsoft.com/office/drawing/2014/main" id="{C0167BC6-BF16-9AC7-7AB4-9D5DE127D4B5}"/>
                </a:ext>
              </a:extLst>
            </p:cNvPr>
            <p:cNvCxnSpPr>
              <a:cxnSpLocks/>
            </p:cNvCxnSpPr>
            <p:nvPr userDrawn="1"/>
          </p:nvCxnSpPr>
          <p:spPr bwMode="gray">
            <a:xfrm>
              <a:off x="811329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Gerader Verbinder 12">
              <a:extLst>
                <a:ext uri="{FF2B5EF4-FFF2-40B4-BE49-F238E27FC236}">
                  <a16:creationId xmlns:a16="http://schemas.microsoft.com/office/drawing/2014/main" id="{19241246-778C-7089-4EF1-64E728B2E25F}"/>
                </a:ext>
              </a:extLst>
            </p:cNvPr>
            <p:cNvCxnSpPr>
              <a:cxnSpLocks/>
            </p:cNvCxnSpPr>
            <p:nvPr userDrawn="1"/>
          </p:nvCxnSpPr>
          <p:spPr bwMode="gray">
            <a:xfrm>
              <a:off x="868942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Gerader Verbinder 12">
              <a:extLst>
                <a:ext uri="{FF2B5EF4-FFF2-40B4-BE49-F238E27FC236}">
                  <a16:creationId xmlns:a16="http://schemas.microsoft.com/office/drawing/2014/main" id="{A090D565-38F2-39B7-2B28-735F75E22300}"/>
                </a:ext>
              </a:extLst>
            </p:cNvPr>
            <p:cNvCxnSpPr>
              <a:cxnSpLocks/>
            </p:cNvCxnSpPr>
            <p:nvPr userDrawn="1"/>
          </p:nvCxnSpPr>
          <p:spPr bwMode="gray">
            <a:xfrm>
              <a:off x="926555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Gerader Verbinder 12">
              <a:extLst>
                <a:ext uri="{FF2B5EF4-FFF2-40B4-BE49-F238E27FC236}">
                  <a16:creationId xmlns:a16="http://schemas.microsoft.com/office/drawing/2014/main" id="{98D7EFC9-C38C-3024-FDF1-90F4FB8C9245}"/>
                </a:ext>
              </a:extLst>
            </p:cNvPr>
            <p:cNvCxnSpPr>
              <a:cxnSpLocks/>
            </p:cNvCxnSpPr>
            <p:nvPr userDrawn="1"/>
          </p:nvCxnSpPr>
          <p:spPr bwMode="gray">
            <a:xfrm>
              <a:off x="984168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Gerader Verbinder 12">
              <a:extLst>
                <a:ext uri="{FF2B5EF4-FFF2-40B4-BE49-F238E27FC236}">
                  <a16:creationId xmlns:a16="http://schemas.microsoft.com/office/drawing/2014/main" id="{E89575A4-E067-8D9D-C4DD-13F848922470}"/>
                </a:ext>
              </a:extLst>
            </p:cNvPr>
            <p:cNvCxnSpPr>
              <a:cxnSpLocks/>
            </p:cNvCxnSpPr>
            <p:nvPr userDrawn="1"/>
          </p:nvCxnSpPr>
          <p:spPr bwMode="gray">
            <a:xfrm>
              <a:off x="1041780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12">
              <a:extLst>
                <a:ext uri="{FF2B5EF4-FFF2-40B4-BE49-F238E27FC236}">
                  <a16:creationId xmlns:a16="http://schemas.microsoft.com/office/drawing/2014/main" id="{9A690B72-D042-5FB5-9512-D39A15A35AC8}"/>
                </a:ext>
              </a:extLst>
            </p:cNvPr>
            <p:cNvCxnSpPr>
              <a:cxnSpLocks/>
            </p:cNvCxnSpPr>
            <p:nvPr userDrawn="1"/>
          </p:nvCxnSpPr>
          <p:spPr bwMode="gray">
            <a:xfrm>
              <a:off x="1099393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Gerader Verbinder 12">
              <a:extLst>
                <a:ext uri="{FF2B5EF4-FFF2-40B4-BE49-F238E27FC236}">
                  <a16:creationId xmlns:a16="http://schemas.microsoft.com/office/drawing/2014/main" id="{8C780BB7-0447-94C0-2DB4-1D1542BE7199}"/>
                </a:ext>
              </a:extLst>
            </p:cNvPr>
            <p:cNvCxnSpPr>
              <a:cxnSpLocks/>
            </p:cNvCxnSpPr>
            <p:nvPr userDrawn="1"/>
          </p:nvCxnSpPr>
          <p:spPr bwMode="gray">
            <a:xfrm>
              <a:off x="1157006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118D6E-C050-4018-B59E-4C9A1A9EEB9E}"/>
                </a:ext>
              </a:extLst>
            </p:cNvPr>
            <p:cNvCxnSpPr/>
            <p:nvPr userDrawn="1"/>
          </p:nvCxnSpPr>
          <p:spPr bwMode="gray">
            <a:xfrm>
              <a:off x="623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4DA8B5-5EED-4441-E2FB-16E4777E3D14}"/>
                </a:ext>
              </a:extLst>
            </p:cNvPr>
            <p:cNvCxnSpPr/>
            <p:nvPr userDrawn="1"/>
          </p:nvCxnSpPr>
          <p:spPr bwMode="gray">
            <a:xfrm>
              <a:off x="1775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FA00BD-385B-2681-21A7-C6EE95FCAF0E}"/>
                </a:ext>
              </a:extLst>
            </p:cNvPr>
            <p:cNvCxnSpPr/>
            <p:nvPr userDrawn="1"/>
          </p:nvCxnSpPr>
          <p:spPr bwMode="gray">
            <a:xfrm>
              <a:off x="292814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BB6208-E614-A138-0616-30E074C37515}"/>
                </a:ext>
              </a:extLst>
            </p:cNvPr>
            <p:cNvCxnSpPr/>
            <p:nvPr userDrawn="1"/>
          </p:nvCxnSpPr>
          <p:spPr bwMode="gray">
            <a:xfrm>
              <a:off x="408040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8834F7-76D4-750A-3CA2-EFA46107D343}"/>
                </a:ext>
              </a:extLst>
            </p:cNvPr>
            <p:cNvCxnSpPr/>
            <p:nvPr userDrawn="1"/>
          </p:nvCxnSpPr>
          <p:spPr bwMode="gray">
            <a:xfrm>
              <a:off x="523265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A74E96-CB47-B6B0-B61F-39F69B54942B}"/>
                </a:ext>
              </a:extLst>
            </p:cNvPr>
            <p:cNvCxnSpPr/>
            <p:nvPr userDrawn="1"/>
          </p:nvCxnSpPr>
          <p:spPr bwMode="gray">
            <a:xfrm>
              <a:off x="6384912"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B7129F-24F4-5E06-E53E-6AFE0F8347A5}"/>
                </a:ext>
              </a:extLst>
            </p:cNvPr>
            <p:cNvCxnSpPr/>
            <p:nvPr userDrawn="1"/>
          </p:nvCxnSpPr>
          <p:spPr bwMode="gray">
            <a:xfrm>
              <a:off x="753716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A5D3E-CA5C-B513-51E8-933FDFFEECB2}"/>
                </a:ext>
              </a:extLst>
            </p:cNvPr>
            <p:cNvCxnSpPr/>
            <p:nvPr userDrawn="1"/>
          </p:nvCxnSpPr>
          <p:spPr bwMode="gray">
            <a:xfrm>
              <a:off x="868942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B2A69B-253D-1536-1F92-D4C6833FDCE2}"/>
                </a:ext>
              </a:extLst>
            </p:cNvPr>
            <p:cNvCxnSpPr/>
            <p:nvPr userDrawn="1"/>
          </p:nvCxnSpPr>
          <p:spPr bwMode="gray">
            <a:xfrm>
              <a:off x="984168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DD3B66-EB3B-2C1E-08A1-000B49FD1F34}"/>
                </a:ext>
              </a:extLst>
            </p:cNvPr>
            <p:cNvCxnSpPr/>
            <p:nvPr userDrawn="1"/>
          </p:nvCxnSpPr>
          <p:spPr bwMode="gray">
            <a:xfrm>
              <a:off x="1099393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783742F-459B-4ECC-9A88-26A1379C472D}"/>
              </a:ext>
              <a:ext uri="{C183D7F6-B498-43B3-948B-1728B52AA6E4}">
                <adec:decorative xmlns:adec="http://schemas.microsoft.com/office/drawing/2017/decorative" val="1"/>
              </a:ext>
            </a:extLst>
          </p:cNvPr>
          <p:cNvSpPr txBox="1"/>
          <p:nvPr userDrawn="1"/>
        </p:nvSpPr>
        <p:spPr bwMode="gray">
          <a:xfrm>
            <a:off x="8689424" y="6525360"/>
            <a:ext cx="230292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rgbClr val="8F8F8B"/>
                </a:solidFill>
                <a:latin typeface="Onest" pitchFamily="2" charset="0"/>
              </a:rPr>
              <a:t>© </a:t>
            </a:r>
            <a:fld id="{F840E9BB-576D-451A-8E58-7560756B2087}" type="datetimeyyyy">
              <a:rPr lang="en-GB" sz="700" smtClean="0">
                <a:solidFill>
                  <a:srgbClr val="8F8F8B"/>
                </a:solidFill>
                <a:latin typeface="Onest" pitchFamily="2" charset="0"/>
              </a:rPr>
              <a:t>2026</a:t>
            </a:fld>
            <a:r>
              <a:rPr lang="en-GB" sz="700">
                <a:solidFill>
                  <a:srgbClr val="8F8F8B"/>
                </a:solidFill>
                <a:latin typeface="Onest" pitchFamily="2" charset="0"/>
              </a:rPr>
              <a:t> </a:t>
            </a:r>
            <a:r>
              <a:rPr lang="en-US" sz="700">
                <a:solidFill>
                  <a:srgbClr val="8F8F8B"/>
                </a:solidFill>
                <a:latin typeface="Onest" pitchFamily="2" charset="0"/>
              </a:rPr>
              <a:t>BlackBerry Limited. All rights reserved.</a:t>
            </a:r>
            <a:endParaRPr lang="en-GB" sz="700">
              <a:solidFill>
                <a:srgbClr val="8F8F8B"/>
              </a:solidFill>
              <a:latin typeface="Onest" pitchFamily="2" charset="0"/>
            </a:endParaRPr>
          </a:p>
        </p:txBody>
      </p:sp>
      <p:pic>
        <p:nvPicPr>
          <p:cNvPr id="4" name="Logo">
            <a:extLst>
              <a:ext uri="{FF2B5EF4-FFF2-40B4-BE49-F238E27FC236}">
                <a16:creationId xmlns:a16="http://schemas.microsoft.com/office/drawing/2014/main" id="{E61BDE8A-2C7E-A236-1375-FE495BB9FC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259861064"/>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98" r:id="rId3"/>
    <p:sldLayoutId id="2147483673" r:id="rId4"/>
    <p:sldLayoutId id="2147483668" r:id="rId5"/>
    <p:sldLayoutId id="2147483701" r:id="rId6"/>
    <p:sldLayoutId id="2147483661" r:id="rId7"/>
    <p:sldLayoutId id="2147483651" r:id="rId8"/>
    <p:sldLayoutId id="2147483670" r:id="rId9"/>
    <p:sldLayoutId id="2147483650" r:id="rId10"/>
    <p:sldLayoutId id="2147483663" r:id="rId11"/>
    <p:sldLayoutId id="2147483652" r:id="rId12"/>
    <p:sldLayoutId id="2147483659" r:id="rId13"/>
    <p:sldLayoutId id="2147483664" r:id="rId14"/>
    <p:sldLayoutId id="2147483656" r:id="rId15"/>
    <p:sldLayoutId id="2147483671" r:id="rId16"/>
    <p:sldLayoutId id="2147483657" r:id="rId17"/>
    <p:sldLayoutId id="2147483658" r:id="rId18"/>
    <p:sldLayoutId id="2147483672" r:id="rId19"/>
    <p:sldLayoutId id="2147483654" r:id="rId20"/>
    <p:sldLayoutId id="2147483662" r:id="rId21"/>
  </p:sldLayoutIdLst>
  <p:hf sldNum="0" hdr="0"/>
  <p:txStyles>
    <p:titleStyle>
      <a:lvl1pPr algn="l" defTabSz="914400" rtl="0" eaLnBrk="1" latinLnBrk="0" hangingPunct="1">
        <a:lnSpc>
          <a:spcPct val="100000"/>
        </a:lnSpc>
        <a:spcBef>
          <a:spcPct val="0"/>
        </a:spcBef>
        <a:buNone/>
        <a:defRPr sz="3200" b="0" kern="1200">
          <a:solidFill>
            <a:schemeClr val="bg2"/>
          </a:solidFill>
          <a:latin typeface="Onest Medium" pitchFamily="2" charset="0"/>
          <a:ea typeface="+mj-ea"/>
          <a:cs typeface="+mj-cs"/>
        </a:defRPr>
      </a:lvl1pPr>
    </p:titleStyle>
    <p:body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5" name="Gruppieren 24">
            <a:extLst>
              <a:ext uri="{C183D7F6-B498-43B3-948B-1728B52AA6E4}">
                <adec:decorative xmlns:adec="http://schemas.microsoft.com/office/drawing/2017/decorative" val="1"/>
              </a:ext>
            </a:extLst>
          </p:cNvPr>
          <p:cNvGrpSpPr/>
          <p:nvPr userDrawn="1"/>
        </p:nvGrpSpPr>
        <p:grpSpPr bwMode="gray">
          <a:xfrm>
            <a:off x="-168688" y="620688"/>
            <a:ext cx="72000" cy="5616624"/>
            <a:chOff x="-456728" y="620688"/>
            <a:chExt cx="216000" cy="5616624"/>
          </a:xfrm>
        </p:grpSpPr>
        <p:cxnSp>
          <p:nvCxnSpPr>
            <p:cNvPr id="23" name="Gerader Verbinder 22"/>
            <p:cNvCxnSpPr/>
            <p:nvPr userDrawn="1"/>
          </p:nvCxnSpPr>
          <p:spPr bwMode="gray">
            <a:xfrm>
              <a:off x="-456728" y="620688"/>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237312"/>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A80C130E-FFAB-1C25-18E3-9DA5F46EA753}"/>
                </a:ext>
              </a:extLst>
            </p:cNvPr>
            <p:cNvCxnSpPr/>
            <p:nvPr userDrawn="1"/>
          </p:nvCxnSpPr>
          <p:spPr bwMode="gray">
            <a:xfrm>
              <a:off x="-456728" y="1772816"/>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Fußzeilenplatzhalter 4">
            <a:extLs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rgbClr val="8F8F8B"/>
                </a:solidFill>
              </a:defRPr>
            </a:lvl1pPr>
          </a:lstStyle>
          <a:p>
            <a:r>
              <a:rPr lang="en-GB"/>
              <a:t>CONFIDENTIAL – SHARED UNDER NDA. DO NOT FORWARD.</a:t>
            </a:r>
          </a:p>
        </p:txBody>
      </p:sp>
      <p:sp>
        <p:nvSpPr>
          <p:cNvPr id="6" name="Foliennummernplatzhalter 5"/>
          <p:cNvSpPr>
            <a:spLocks noGrp="1"/>
          </p:cNvSpPr>
          <p:nvPr>
            <p:ph type="sldNum" sz="quarter" idx="4"/>
          </p:nvPr>
        </p:nvSpPr>
        <p:spPr bwMode="gray">
          <a:xfrm>
            <a:off x="11208112" y="6525360"/>
            <a:ext cx="360000" cy="144000"/>
          </a:xfrm>
          <a:prstGeom prst="rect">
            <a:avLst/>
          </a:prstGeom>
        </p:spPr>
        <p:txBody>
          <a:bodyPr vert="horz" lIns="0" tIns="0" rIns="0" bIns="0" rtlCol="0" anchor="ctr">
            <a:noAutofit/>
          </a:bodyPr>
          <a:lstStyle>
            <a:lvl1pPr algn="r">
              <a:defRPr sz="700">
                <a:solidFill>
                  <a:srgbClr val="8F8F8B"/>
                </a:solidFill>
                <a:latin typeface="+mj-lt"/>
              </a:defRPr>
            </a:lvl1pPr>
          </a:lstStyle>
          <a:p>
            <a:fld id="{8FF9B0DE-3FEB-4AA0-B465-B80EF7C1333D}" type="slidenum">
              <a:rPr lang="en-GB" smtClean="0"/>
              <a:pPr/>
              <a:t>‹#›</a:t>
            </a:fld>
            <a:endParaRPr lang="en-GB"/>
          </a:p>
        </p:txBody>
      </p:sp>
      <p:sp>
        <p:nvSpPr>
          <p:cNvPr id="2" name="Titelplatzhalter 1"/>
          <p:cNvSpPr>
            <a:spLocks noGrp="1"/>
          </p:cNvSpPr>
          <p:nvPr>
            <p:ph type="title"/>
          </p:nvPr>
        </p:nvSpPr>
        <p:spPr bwMode="gray">
          <a:xfrm>
            <a:off x="623888" y="620687"/>
            <a:ext cx="10944224" cy="504000"/>
          </a:xfrm>
          <a:prstGeom prst="rect">
            <a:avLst/>
          </a:prstGeom>
        </p:spPr>
        <p:txBody>
          <a:bodyPr vert="horz" lIns="0" tIns="0" rIns="0" bIns="0" rtlCol="0" anchor="t">
            <a:noAutofit/>
          </a:bodyPr>
          <a:lstStyle/>
          <a:p>
            <a:r>
              <a:rPr lang="en-GB"/>
              <a:t>Master title format</a:t>
            </a:r>
          </a:p>
        </p:txBody>
      </p:sp>
      <p:sp>
        <p:nvSpPr>
          <p:cNvPr id="3" name="Textplatzhalter 2"/>
          <p:cNvSpPr>
            <a:spLocks noGrp="1"/>
          </p:cNvSpPr>
          <p:nvPr>
            <p:ph type="body" idx="1"/>
          </p:nvPr>
        </p:nvSpPr>
        <p:spPr bwMode="black">
          <a:xfrm>
            <a:off x="623888" y="1773239"/>
            <a:ext cx="10944225" cy="4464050"/>
          </a:xfrm>
          <a:prstGeom prst="rect">
            <a:avLst/>
          </a:prstGeom>
        </p:spPr>
        <p:txBody>
          <a:bodyPr vert="horz" lIns="0" tIns="0" rIns="0" bIns="0" rtlCol="0">
            <a:noAutofit/>
          </a:body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grpSp>
        <p:nvGrpSpPr>
          <p:cNvPr id="19" name="Group 18">
            <a:extLst>
              <a:ext uri="{FF2B5EF4-FFF2-40B4-BE49-F238E27FC236}">
                <a16:creationId xmlns:a16="http://schemas.microsoft.com/office/drawing/2014/main" id="{60C9C158-0880-C88E-392B-303801BF3B1F}"/>
              </a:ext>
              <a:ext uri="{C183D7F6-B498-43B3-948B-1728B52AA6E4}">
                <adec:decorative xmlns:adec="http://schemas.microsoft.com/office/drawing/2017/decorative" val="1"/>
              </a:ext>
            </a:extLst>
          </p:cNvPr>
          <p:cNvGrpSpPr/>
          <p:nvPr userDrawn="1"/>
        </p:nvGrpSpPr>
        <p:grpSpPr>
          <a:xfrm>
            <a:off x="623888" y="-279400"/>
            <a:ext cx="10946176" cy="108000"/>
            <a:chOff x="623888" y="-279400"/>
            <a:chExt cx="10946176" cy="108000"/>
          </a:xfrm>
        </p:grpSpPr>
        <p:cxnSp>
          <p:nvCxnSpPr>
            <p:cNvPr id="52" name="Gerader Verbinder 51">
              <a:extLst>
                <a:ext uri="{FF2B5EF4-FFF2-40B4-BE49-F238E27FC236}">
                  <a16:creationId xmlns:a16="http://schemas.microsoft.com/office/drawing/2014/main" id="{FB3F183F-4A20-C039-6CFB-C8BE6BB2E790}"/>
                </a:ext>
              </a:extLst>
            </p:cNvPr>
            <p:cNvCxnSpPr>
              <a:cxnSpLocks/>
            </p:cNvCxnSpPr>
            <p:nvPr userDrawn="1"/>
          </p:nvCxnSpPr>
          <p:spPr bwMode="gray">
            <a:xfrm>
              <a:off x="623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12">
              <a:extLst>
                <a:ext uri="{FF2B5EF4-FFF2-40B4-BE49-F238E27FC236}">
                  <a16:creationId xmlns:a16="http://schemas.microsoft.com/office/drawing/2014/main" id="{7D3B68E6-D823-99B9-04BD-0843824B55E0}"/>
                </a:ext>
              </a:extLst>
            </p:cNvPr>
            <p:cNvCxnSpPr>
              <a:cxnSpLocks/>
            </p:cNvCxnSpPr>
            <p:nvPr userDrawn="1"/>
          </p:nvCxnSpPr>
          <p:spPr bwMode="gray">
            <a:xfrm>
              <a:off x="1199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12">
              <a:extLst>
                <a:ext uri="{FF2B5EF4-FFF2-40B4-BE49-F238E27FC236}">
                  <a16:creationId xmlns:a16="http://schemas.microsoft.com/office/drawing/2014/main" id="{21B6146C-08F9-BFA6-0BD6-E6EEFDCAA66D}"/>
                </a:ext>
              </a:extLst>
            </p:cNvPr>
            <p:cNvCxnSpPr>
              <a:cxnSpLocks/>
            </p:cNvCxnSpPr>
            <p:nvPr userDrawn="1"/>
          </p:nvCxnSpPr>
          <p:spPr bwMode="gray">
            <a:xfrm>
              <a:off x="1775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Gerader Verbinder 12">
              <a:extLst>
                <a:ext uri="{FF2B5EF4-FFF2-40B4-BE49-F238E27FC236}">
                  <a16:creationId xmlns:a16="http://schemas.microsoft.com/office/drawing/2014/main" id="{783FDB41-EBA0-848F-CA4B-559246DCCB50}"/>
                </a:ext>
              </a:extLst>
            </p:cNvPr>
            <p:cNvCxnSpPr>
              <a:cxnSpLocks/>
            </p:cNvCxnSpPr>
            <p:nvPr userDrawn="1"/>
          </p:nvCxnSpPr>
          <p:spPr bwMode="gray">
            <a:xfrm>
              <a:off x="235201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Gerader Verbinder 12">
              <a:extLst>
                <a:ext uri="{FF2B5EF4-FFF2-40B4-BE49-F238E27FC236}">
                  <a16:creationId xmlns:a16="http://schemas.microsoft.com/office/drawing/2014/main" id="{9106D7B1-DB33-3E76-F86D-AB80351B250F}"/>
                </a:ext>
              </a:extLst>
            </p:cNvPr>
            <p:cNvCxnSpPr>
              <a:cxnSpLocks/>
            </p:cNvCxnSpPr>
            <p:nvPr userDrawn="1"/>
          </p:nvCxnSpPr>
          <p:spPr bwMode="gray">
            <a:xfrm>
              <a:off x="292814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12">
              <a:extLst>
                <a:ext uri="{FF2B5EF4-FFF2-40B4-BE49-F238E27FC236}">
                  <a16:creationId xmlns:a16="http://schemas.microsoft.com/office/drawing/2014/main" id="{F60363AD-3A82-21AD-833C-E52EF282BC41}"/>
                </a:ext>
              </a:extLst>
            </p:cNvPr>
            <p:cNvCxnSpPr>
              <a:cxnSpLocks/>
            </p:cNvCxnSpPr>
            <p:nvPr userDrawn="1"/>
          </p:nvCxnSpPr>
          <p:spPr bwMode="gray">
            <a:xfrm>
              <a:off x="350427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12">
              <a:extLst>
                <a:ext uri="{FF2B5EF4-FFF2-40B4-BE49-F238E27FC236}">
                  <a16:creationId xmlns:a16="http://schemas.microsoft.com/office/drawing/2014/main" id="{13680DF0-FAFE-2093-28E7-AD4E8F55B6EB}"/>
                </a:ext>
              </a:extLst>
            </p:cNvPr>
            <p:cNvCxnSpPr>
              <a:cxnSpLocks/>
            </p:cNvCxnSpPr>
            <p:nvPr userDrawn="1"/>
          </p:nvCxnSpPr>
          <p:spPr bwMode="gray">
            <a:xfrm>
              <a:off x="408040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Gerader Verbinder 12">
              <a:extLst>
                <a:ext uri="{FF2B5EF4-FFF2-40B4-BE49-F238E27FC236}">
                  <a16:creationId xmlns:a16="http://schemas.microsoft.com/office/drawing/2014/main" id="{D2B39669-1DB7-FB69-8718-9ADC51CC91FA}"/>
                </a:ext>
              </a:extLst>
            </p:cNvPr>
            <p:cNvCxnSpPr>
              <a:cxnSpLocks/>
            </p:cNvCxnSpPr>
            <p:nvPr userDrawn="1"/>
          </p:nvCxnSpPr>
          <p:spPr bwMode="gray">
            <a:xfrm>
              <a:off x="465652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Gerader Verbinder 12">
              <a:extLst>
                <a:ext uri="{FF2B5EF4-FFF2-40B4-BE49-F238E27FC236}">
                  <a16:creationId xmlns:a16="http://schemas.microsoft.com/office/drawing/2014/main" id="{F5649386-2689-8590-7E18-09063377FA9B}"/>
                </a:ext>
              </a:extLst>
            </p:cNvPr>
            <p:cNvCxnSpPr>
              <a:cxnSpLocks/>
            </p:cNvCxnSpPr>
            <p:nvPr userDrawn="1"/>
          </p:nvCxnSpPr>
          <p:spPr bwMode="gray">
            <a:xfrm>
              <a:off x="523265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Gerader Verbinder 12">
              <a:extLst>
                <a:ext uri="{FF2B5EF4-FFF2-40B4-BE49-F238E27FC236}">
                  <a16:creationId xmlns:a16="http://schemas.microsoft.com/office/drawing/2014/main" id="{9426BA6C-1DAA-DD25-1C50-4D2B214B064E}"/>
                </a:ext>
              </a:extLst>
            </p:cNvPr>
            <p:cNvCxnSpPr>
              <a:cxnSpLocks/>
            </p:cNvCxnSpPr>
            <p:nvPr userDrawn="1"/>
          </p:nvCxnSpPr>
          <p:spPr bwMode="gray">
            <a:xfrm>
              <a:off x="580878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Gerader Verbinder 12">
              <a:extLst>
                <a:ext uri="{FF2B5EF4-FFF2-40B4-BE49-F238E27FC236}">
                  <a16:creationId xmlns:a16="http://schemas.microsoft.com/office/drawing/2014/main" id="{271183F4-1370-4769-AD4A-67AB7669FC4A}"/>
                </a:ext>
              </a:extLst>
            </p:cNvPr>
            <p:cNvCxnSpPr>
              <a:cxnSpLocks/>
            </p:cNvCxnSpPr>
            <p:nvPr userDrawn="1"/>
          </p:nvCxnSpPr>
          <p:spPr bwMode="gray">
            <a:xfrm>
              <a:off x="638491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Gerader Verbinder 12">
              <a:extLst>
                <a:ext uri="{FF2B5EF4-FFF2-40B4-BE49-F238E27FC236}">
                  <a16:creationId xmlns:a16="http://schemas.microsoft.com/office/drawing/2014/main" id="{C008B0B3-1207-E40A-542B-B9B9DFBC78CF}"/>
                </a:ext>
              </a:extLst>
            </p:cNvPr>
            <p:cNvCxnSpPr>
              <a:cxnSpLocks/>
            </p:cNvCxnSpPr>
            <p:nvPr userDrawn="1"/>
          </p:nvCxnSpPr>
          <p:spPr bwMode="gray">
            <a:xfrm>
              <a:off x="696104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12">
              <a:extLst>
                <a:ext uri="{FF2B5EF4-FFF2-40B4-BE49-F238E27FC236}">
                  <a16:creationId xmlns:a16="http://schemas.microsoft.com/office/drawing/2014/main" id="{A505D355-BA84-FEA9-8B2D-4A52E4E75B4E}"/>
                </a:ext>
              </a:extLst>
            </p:cNvPr>
            <p:cNvCxnSpPr>
              <a:cxnSpLocks/>
            </p:cNvCxnSpPr>
            <p:nvPr userDrawn="1"/>
          </p:nvCxnSpPr>
          <p:spPr bwMode="gray">
            <a:xfrm>
              <a:off x="753716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Gerader Verbinder 12">
              <a:extLst>
                <a:ext uri="{FF2B5EF4-FFF2-40B4-BE49-F238E27FC236}">
                  <a16:creationId xmlns:a16="http://schemas.microsoft.com/office/drawing/2014/main" id="{C0167BC6-BF16-9AC7-7AB4-9D5DE127D4B5}"/>
                </a:ext>
              </a:extLst>
            </p:cNvPr>
            <p:cNvCxnSpPr>
              <a:cxnSpLocks/>
            </p:cNvCxnSpPr>
            <p:nvPr userDrawn="1"/>
          </p:nvCxnSpPr>
          <p:spPr bwMode="gray">
            <a:xfrm>
              <a:off x="811329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Gerader Verbinder 12">
              <a:extLst>
                <a:ext uri="{FF2B5EF4-FFF2-40B4-BE49-F238E27FC236}">
                  <a16:creationId xmlns:a16="http://schemas.microsoft.com/office/drawing/2014/main" id="{19241246-778C-7089-4EF1-64E728B2E25F}"/>
                </a:ext>
              </a:extLst>
            </p:cNvPr>
            <p:cNvCxnSpPr>
              <a:cxnSpLocks/>
            </p:cNvCxnSpPr>
            <p:nvPr userDrawn="1"/>
          </p:nvCxnSpPr>
          <p:spPr bwMode="gray">
            <a:xfrm>
              <a:off x="868942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Gerader Verbinder 12">
              <a:extLst>
                <a:ext uri="{FF2B5EF4-FFF2-40B4-BE49-F238E27FC236}">
                  <a16:creationId xmlns:a16="http://schemas.microsoft.com/office/drawing/2014/main" id="{A090D565-38F2-39B7-2B28-735F75E22300}"/>
                </a:ext>
              </a:extLst>
            </p:cNvPr>
            <p:cNvCxnSpPr>
              <a:cxnSpLocks/>
            </p:cNvCxnSpPr>
            <p:nvPr userDrawn="1"/>
          </p:nvCxnSpPr>
          <p:spPr bwMode="gray">
            <a:xfrm>
              <a:off x="926555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Gerader Verbinder 12">
              <a:extLst>
                <a:ext uri="{FF2B5EF4-FFF2-40B4-BE49-F238E27FC236}">
                  <a16:creationId xmlns:a16="http://schemas.microsoft.com/office/drawing/2014/main" id="{98D7EFC9-C38C-3024-FDF1-90F4FB8C9245}"/>
                </a:ext>
              </a:extLst>
            </p:cNvPr>
            <p:cNvCxnSpPr>
              <a:cxnSpLocks/>
            </p:cNvCxnSpPr>
            <p:nvPr userDrawn="1"/>
          </p:nvCxnSpPr>
          <p:spPr bwMode="gray">
            <a:xfrm>
              <a:off x="984168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Gerader Verbinder 12">
              <a:extLst>
                <a:ext uri="{FF2B5EF4-FFF2-40B4-BE49-F238E27FC236}">
                  <a16:creationId xmlns:a16="http://schemas.microsoft.com/office/drawing/2014/main" id="{E89575A4-E067-8D9D-C4DD-13F848922470}"/>
                </a:ext>
              </a:extLst>
            </p:cNvPr>
            <p:cNvCxnSpPr>
              <a:cxnSpLocks/>
            </p:cNvCxnSpPr>
            <p:nvPr userDrawn="1"/>
          </p:nvCxnSpPr>
          <p:spPr bwMode="gray">
            <a:xfrm>
              <a:off x="1041780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12">
              <a:extLst>
                <a:ext uri="{FF2B5EF4-FFF2-40B4-BE49-F238E27FC236}">
                  <a16:creationId xmlns:a16="http://schemas.microsoft.com/office/drawing/2014/main" id="{9A690B72-D042-5FB5-9512-D39A15A35AC8}"/>
                </a:ext>
              </a:extLst>
            </p:cNvPr>
            <p:cNvCxnSpPr>
              <a:cxnSpLocks/>
            </p:cNvCxnSpPr>
            <p:nvPr userDrawn="1"/>
          </p:nvCxnSpPr>
          <p:spPr bwMode="gray">
            <a:xfrm>
              <a:off x="1099393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Gerader Verbinder 12">
              <a:extLst>
                <a:ext uri="{FF2B5EF4-FFF2-40B4-BE49-F238E27FC236}">
                  <a16:creationId xmlns:a16="http://schemas.microsoft.com/office/drawing/2014/main" id="{8C780BB7-0447-94C0-2DB4-1D1542BE7199}"/>
                </a:ext>
              </a:extLst>
            </p:cNvPr>
            <p:cNvCxnSpPr>
              <a:cxnSpLocks/>
            </p:cNvCxnSpPr>
            <p:nvPr userDrawn="1"/>
          </p:nvCxnSpPr>
          <p:spPr bwMode="gray">
            <a:xfrm>
              <a:off x="1157006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118D6E-C050-4018-B59E-4C9A1A9EEB9E}"/>
                </a:ext>
              </a:extLst>
            </p:cNvPr>
            <p:cNvCxnSpPr/>
            <p:nvPr userDrawn="1"/>
          </p:nvCxnSpPr>
          <p:spPr bwMode="gray">
            <a:xfrm>
              <a:off x="623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4DA8B5-5EED-4441-E2FB-16E4777E3D14}"/>
                </a:ext>
              </a:extLst>
            </p:cNvPr>
            <p:cNvCxnSpPr/>
            <p:nvPr userDrawn="1"/>
          </p:nvCxnSpPr>
          <p:spPr bwMode="gray">
            <a:xfrm>
              <a:off x="1775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FA00BD-385B-2681-21A7-C6EE95FCAF0E}"/>
                </a:ext>
              </a:extLst>
            </p:cNvPr>
            <p:cNvCxnSpPr/>
            <p:nvPr userDrawn="1"/>
          </p:nvCxnSpPr>
          <p:spPr bwMode="gray">
            <a:xfrm>
              <a:off x="292814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BB6208-E614-A138-0616-30E074C37515}"/>
                </a:ext>
              </a:extLst>
            </p:cNvPr>
            <p:cNvCxnSpPr/>
            <p:nvPr userDrawn="1"/>
          </p:nvCxnSpPr>
          <p:spPr bwMode="gray">
            <a:xfrm>
              <a:off x="408040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8834F7-76D4-750A-3CA2-EFA46107D343}"/>
                </a:ext>
              </a:extLst>
            </p:cNvPr>
            <p:cNvCxnSpPr/>
            <p:nvPr userDrawn="1"/>
          </p:nvCxnSpPr>
          <p:spPr bwMode="gray">
            <a:xfrm>
              <a:off x="523265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A74E96-CB47-B6B0-B61F-39F69B54942B}"/>
                </a:ext>
              </a:extLst>
            </p:cNvPr>
            <p:cNvCxnSpPr/>
            <p:nvPr userDrawn="1"/>
          </p:nvCxnSpPr>
          <p:spPr bwMode="gray">
            <a:xfrm>
              <a:off x="6384912"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B7129F-24F4-5E06-E53E-6AFE0F8347A5}"/>
                </a:ext>
              </a:extLst>
            </p:cNvPr>
            <p:cNvCxnSpPr/>
            <p:nvPr userDrawn="1"/>
          </p:nvCxnSpPr>
          <p:spPr bwMode="gray">
            <a:xfrm>
              <a:off x="753716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A5D3E-CA5C-B513-51E8-933FDFFEECB2}"/>
                </a:ext>
              </a:extLst>
            </p:cNvPr>
            <p:cNvCxnSpPr/>
            <p:nvPr userDrawn="1"/>
          </p:nvCxnSpPr>
          <p:spPr bwMode="gray">
            <a:xfrm>
              <a:off x="868942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B2A69B-253D-1536-1F92-D4C6833FDCE2}"/>
                </a:ext>
              </a:extLst>
            </p:cNvPr>
            <p:cNvCxnSpPr/>
            <p:nvPr userDrawn="1"/>
          </p:nvCxnSpPr>
          <p:spPr bwMode="gray">
            <a:xfrm>
              <a:off x="984168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DD3B66-EB3B-2C1E-08A1-000B49FD1F34}"/>
                </a:ext>
              </a:extLst>
            </p:cNvPr>
            <p:cNvCxnSpPr/>
            <p:nvPr userDrawn="1"/>
          </p:nvCxnSpPr>
          <p:spPr bwMode="gray">
            <a:xfrm>
              <a:off x="1099393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783742F-459B-4ECC-9A88-26A1379C472D}"/>
              </a:ext>
              <a:ext uri="{C183D7F6-B498-43B3-948B-1728B52AA6E4}">
                <adec:decorative xmlns:adec="http://schemas.microsoft.com/office/drawing/2017/decorative" val="1"/>
              </a:ext>
            </a:extLst>
          </p:cNvPr>
          <p:cNvSpPr txBox="1"/>
          <p:nvPr userDrawn="1"/>
        </p:nvSpPr>
        <p:spPr bwMode="gray">
          <a:xfrm>
            <a:off x="8689424" y="6525360"/>
            <a:ext cx="230292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rgbClr val="8F8F8B"/>
                </a:solidFill>
                <a:latin typeface="Onest" pitchFamily="2" charset="0"/>
              </a:rPr>
              <a:t>© </a:t>
            </a:r>
            <a:fld id="{F840E9BB-576D-451A-8E58-7560756B2087}" type="datetimeyyyy">
              <a:rPr lang="en-GB" sz="700" smtClean="0">
                <a:solidFill>
                  <a:srgbClr val="8F8F8B"/>
                </a:solidFill>
                <a:latin typeface="Onest" pitchFamily="2" charset="0"/>
              </a:rPr>
              <a:t>2026</a:t>
            </a:fld>
            <a:r>
              <a:rPr lang="en-GB" sz="700">
                <a:solidFill>
                  <a:srgbClr val="8F8F8B"/>
                </a:solidFill>
                <a:latin typeface="Onest" pitchFamily="2" charset="0"/>
              </a:rPr>
              <a:t> </a:t>
            </a:r>
            <a:r>
              <a:rPr lang="en-US" sz="700">
                <a:solidFill>
                  <a:srgbClr val="8F8F8B"/>
                </a:solidFill>
                <a:latin typeface="Onest" pitchFamily="2" charset="0"/>
              </a:rPr>
              <a:t>BlackBerry Limited. All rights reserved.</a:t>
            </a:r>
            <a:endParaRPr lang="en-GB" sz="700">
              <a:solidFill>
                <a:srgbClr val="8F8F8B"/>
              </a:solidFill>
              <a:latin typeface="Onest" pitchFamily="2" charset="0"/>
            </a:endParaRPr>
          </a:p>
        </p:txBody>
      </p:sp>
      <p:pic>
        <p:nvPicPr>
          <p:cNvPr id="4" name="Logo">
            <a:extLst>
              <a:ext uri="{FF2B5EF4-FFF2-40B4-BE49-F238E27FC236}">
                <a16:creationId xmlns:a16="http://schemas.microsoft.com/office/drawing/2014/main" id="{7FE5AECB-59B3-7CC7-86CF-79C41D7600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3337037711"/>
      </p:ext>
    </p:extLst>
  </p:cSld>
  <p:clrMap bg1="lt1" tx1="dk1" bg2="lt2" tx2="dk2" accent1="accent1" accent2="accent2" accent3="accent3" accent4="accent4" accent5="accent5" accent6="accent6" hlink="hlink" folHlink="folHlink"/>
  <p:sldLayoutIdLst>
    <p:sldLayoutId id="2147483676" r:id="rId1"/>
    <p:sldLayoutId id="2147483697" r:id="rId2"/>
    <p:sldLayoutId id="2147483699" r:id="rId3"/>
    <p:sldLayoutId id="2147483695" r:id="rId4"/>
    <p:sldLayoutId id="2147483679" r:id="rId5"/>
    <p:sldLayoutId id="2147483700"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Lst>
  <p:hf sldNum="0" hdr="0"/>
  <p:txStyles>
    <p:titleStyle>
      <a:lvl1pPr algn="l" defTabSz="914400" rtl="0" eaLnBrk="1" latinLnBrk="0" hangingPunct="1">
        <a:lnSpc>
          <a:spcPct val="100000"/>
        </a:lnSpc>
        <a:spcBef>
          <a:spcPct val="0"/>
        </a:spcBef>
        <a:buNone/>
        <a:defRPr sz="3200" b="0" kern="1200">
          <a:solidFill>
            <a:schemeClr val="bg2"/>
          </a:solidFill>
          <a:latin typeface="Onest Medium" pitchFamily="2" charset="0"/>
          <a:ea typeface="+mj-ea"/>
          <a:cs typeface="+mj-cs"/>
        </a:defRPr>
      </a:lvl1pPr>
    </p:titleStyle>
    <p:body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FE41-95C8-9393-215B-62CED7575E7A}"/>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D8043A1-310A-B52C-CD92-D9214849F47F}"/>
              </a:ext>
            </a:extLst>
          </p:cNvPr>
          <p:cNvSpPr/>
          <p:nvPr/>
        </p:nvSpPr>
        <p:spPr bwMode="gray">
          <a:xfrm>
            <a:off x="0" y="1809995"/>
            <a:ext cx="12192000" cy="4180114"/>
          </a:xfrm>
          <a:prstGeom prst="rect">
            <a:avLst/>
          </a:prstGeom>
          <a:solidFill>
            <a:schemeClr val="bg1"/>
          </a:solidFill>
          <a:ln w="6350">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pic>
        <p:nvPicPr>
          <p:cNvPr id="11" name="Picture 10">
            <a:extLst>
              <a:ext uri="{FF2B5EF4-FFF2-40B4-BE49-F238E27FC236}">
                <a16:creationId xmlns:a16="http://schemas.microsoft.com/office/drawing/2014/main" id="{F10DD886-F601-E5AB-B640-67558F808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09996"/>
            <a:ext cx="12192000" cy="4180114"/>
          </a:xfrm>
          <a:prstGeom prst="rect">
            <a:avLst/>
          </a:prstGeom>
          <a:noFill/>
          <a:ln>
            <a:solidFill>
              <a:schemeClr val="tx1">
                <a:lumMod val="25000"/>
                <a:lumOff val="75000"/>
              </a:schemeClr>
            </a:solidFill>
          </a:ln>
        </p:spPr>
      </p:pic>
      <p:sp>
        <p:nvSpPr>
          <p:cNvPr id="12" name="Rectangle 11">
            <a:extLst>
              <a:ext uri="{FF2B5EF4-FFF2-40B4-BE49-F238E27FC236}">
                <a16:creationId xmlns:a16="http://schemas.microsoft.com/office/drawing/2014/main" id="{4D897E70-238A-7AA1-08EB-7B0565F45D6F}"/>
              </a:ext>
            </a:extLst>
          </p:cNvPr>
          <p:cNvSpPr/>
          <p:nvPr/>
        </p:nvSpPr>
        <p:spPr bwMode="gray">
          <a:xfrm>
            <a:off x="6236207" y="2004289"/>
            <a:ext cx="5881901" cy="374996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5" name="Picture 14">
            <a:extLst>
              <a:ext uri="{FF2B5EF4-FFF2-40B4-BE49-F238E27FC236}">
                <a16:creationId xmlns:a16="http://schemas.microsoft.com/office/drawing/2014/main" id="{E7DA226C-3081-BABB-ACE7-6B5B5BC780E8}"/>
              </a:ext>
            </a:extLst>
          </p:cNvPr>
          <p:cNvPicPr>
            <a:picLocks noChangeAspect="1"/>
          </p:cNvPicPr>
          <p:nvPr/>
        </p:nvPicPr>
        <p:blipFill>
          <a:blip r:embed="rId4"/>
          <a:stretch>
            <a:fillRect/>
          </a:stretch>
        </p:blipFill>
        <p:spPr>
          <a:xfrm>
            <a:off x="213604" y="144297"/>
            <a:ext cx="1962424" cy="1009791"/>
          </a:xfrm>
          <a:prstGeom prst="rect">
            <a:avLst/>
          </a:prstGeom>
        </p:spPr>
      </p:pic>
      <p:pic>
        <p:nvPicPr>
          <p:cNvPr id="19" name="Picture 18">
            <a:extLst>
              <a:ext uri="{FF2B5EF4-FFF2-40B4-BE49-F238E27FC236}">
                <a16:creationId xmlns:a16="http://schemas.microsoft.com/office/drawing/2014/main" id="{BE57C31F-DE7B-C14D-E209-79C203CA9A58}"/>
              </a:ext>
            </a:extLst>
          </p:cNvPr>
          <p:cNvPicPr>
            <a:picLocks noChangeAspect="1"/>
          </p:cNvPicPr>
          <p:nvPr/>
        </p:nvPicPr>
        <p:blipFill>
          <a:blip r:embed="rId5"/>
          <a:stretch>
            <a:fillRect/>
          </a:stretch>
        </p:blipFill>
        <p:spPr>
          <a:xfrm>
            <a:off x="2445241" y="283687"/>
            <a:ext cx="1586287" cy="749301"/>
          </a:xfrm>
          <a:prstGeom prst="rect">
            <a:avLst/>
          </a:prstGeom>
        </p:spPr>
      </p:pic>
      <p:sp>
        <p:nvSpPr>
          <p:cNvPr id="23" name="TextBox 22">
            <a:extLst>
              <a:ext uri="{FF2B5EF4-FFF2-40B4-BE49-F238E27FC236}">
                <a16:creationId xmlns:a16="http://schemas.microsoft.com/office/drawing/2014/main" id="{A1F73912-A256-34F3-2422-74176D921AD3}"/>
              </a:ext>
            </a:extLst>
          </p:cNvPr>
          <p:cNvSpPr txBox="1"/>
          <p:nvPr/>
        </p:nvSpPr>
        <p:spPr bwMode="gray">
          <a:xfrm>
            <a:off x="6541008" y="2385365"/>
            <a:ext cx="5350764" cy="554568"/>
          </a:xfrm>
          <a:prstGeom prst="rect">
            <a:avLst/>
          </a:prstGeom>
          <a:noFill/>
        </p:spPr>
        <p:txBody>
          <a:bodyPr wrap="none" lIns="0" tIns="0" rIns="0" bIns="0" rtlCol="0" anchor="t">
            <a:noAutofit/>
          </a:bodyPr>
          <a:lstStyle/>
          <a:p>
            <a:pPr algn="l">
              <a:lnSpc>
                <a:spcPct val="100000"/>
              </a:lnSpc>
              <a:spcBef>
                <a:spcPts val="0"/>
              </a:spcBef>
              <a:spcAft>
                <a:spcPts val="0"/>
              </a:spcAft>
            </a:pPr>
            <a:endParaRPr/>
          </a:p>
        </p:txBody>
      </p:sp>
      <p:sp>
        <p:nvSpPr>
          <p:cNvPr id="24" name="Titel 1">
            <a:extLst>
              <a:ext uri="{FF2B5EF4-FFF2-40B4-BE49-F238E27FC236}">
                <a16:creationId xmlns:a16="http://schemas.microsoft.com/office/drawing/2014/main" id="{BD3C3E54-E206-5388-F17E-C82C4A47C670}"/>
              </a:ext>
            </a:extLst>
          </p:cNvPr>
          <p:cNvSpPr>
            <a:spLocks noGrp="1"/>
          </p:cNvSpPr>
          <p:nvPr>
            <p:ph type="ctrTitle"/>
          </p:nvPr>
        </p:nvSpPr>
        <p:spPr bwMode="gray">
          <a:xfrm>
            <a:off x="6541008" y="2194560"/>
            <a:ext cx="5350764" cy="658073"/>
          </a:xfrm>
        </p:spPr>
        <p:txBody>
          <a:bodyPr/>
          <a:lstStyle/>
          <a:p>
            <a:pPr>
              <a:spcBef>
                <a:spcPts val="0"/>
              </a:spcBef>
            </a:pPr>
            <a:r>
              <a:rPr lang="en-US" sz="3600" dirty="0">
                <a:solidFill>
                  <a:srgbClr val="EF4C37"/>
                </a:solidFill>
              </a:rPr>
              <a:t>State Level Hackathon</a:t>
            </a:r>
          </a:p>
        </p:txBody>
      </p:sp>
      <p:sp>
        <p:nvSpPr>
          <p:cNvPr id="25" name="Titel 1">
            <a:extLst>
              <a:ext uri="{FF2B5EF4-FFF2-40B4-BE49-F238E27FC236}">
                <a16:creationId xmlns:a16="http://schemas.microsoft.com/office/drawing/2014/main" id="{2505DB27-A791-37FE-029A-838093D04BF1}"/>
              </a:ext>
            </a:extLst>
          </p:cNvPr>
          <p:cNvSpPr txBox="1">
            <a:spLocks/>
          </p:cNvSpPr>
          <p:nvPr/>
        </p:nvSpPr>
        <p:spPr bwMode="gray">
          <a:xfrm>
            <a:off x="6541008" y="4856570"/>
            <a:ext cx="5350764" cy="429768"/>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4000" b="0" i="0" kern="1200">
                <a:solidFill>
                  <a:schemeClr val="tx1"/>
                </a:solidFill>
                <a:latin typeface="Onest Medium" pitchFamily="2" charset="0"/>
                <a:ea typeface="+mj-ea"/>
                <a:cs typeface="+mj-cs"/>
              </a:defRPr>
            </a:lvl1pPr>
          </a:lstStyle>
          <a:p>
            <a:pPr>
              <a:spcAft>
                <a:spcPts val="0"/>
              </a:spcAft>
              <a:buFontTx/>
            </a:pPr>
            <a:endParaRPr/>
          </a:p>
        </p:txBody>
      </p:sp>
      <p:sp>
        <p:nvSpPr>
          <p:cNvPr id="27" name="Text Placeholder 15">
            <a:extLst>
              <a:ext uri="{FF2B5EF4-FFF2-40B4-BE49-F238E27FC236}">
                <a16:creationId xmlns:a16="http://schemas.microsoft.com/office/drawing/2014/main" id="{D836B543-A2E3-B741-8520-921FAE3E1D18}"/>
              </a:ext>
            </a:extLst>
          </p:cNvPr>
          <p:cNvSpPr txBox="1">
            <a:spLocks/>
          </p:cNvSpPr>
          <p:nvPr/>
        </p:nvSpPr>
        <p:spPr>
          <a:xfrm>
            <a:off x="6476353" y="3705171"/>
            <a:ext cx="5184000" cy="374400"/>
          </a:xfrm>
          <a:prstGeom prst="rect">
            <a:avLst/>
          </a:prstGeom>
        </p:spPr>
        <p:txBody>
          <a:bodyPr/>
          <a:lst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a:lstStyle>
          <a:p>
            <a:endParaRPr/>
          </a:p>
        </p:txBody>
      </p:sp>
      <p:pic>
        <p:nvPicPr>
          <p:cNvPr id="5" name="Graphic 4">
            <a:extLst>
              <a:ext uri="{FF2B5EF4-FFF2-40B4-BE49-F238E27FC236}">
                <a16:creationId xmlns:a16="http://schemas.microsoft.com/office/drawing/2014/main" id="{999A67B5-04BD-BF89-CAA9-3EFB410748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97869" y="243852"/>
            <a:ext cx="2438434" cy="424337"/>
          </a:xfrm>
          <a:prstGeom prst="rect">
            <a:avLst/>
          </a:prstGeom>
        </p:spPr>
      </p:pic>
      <p:sp>
        <p:nvSpPr>
          <p:cNvPr id="28" name="TextBox 27"/>
          <p:cNvSpPr txBox="1"/>
          <p:nvPr/>
        </p:nvSpPr>
        <p:spPr>
          <a:xfrm>
            <a:off x="6486144" y="3017520"/>
            <a:ext cx="5460492" cy="1629357"/>
          </a:xfrm>
          <a:prstGeom prst="rect">
            <a:avLst/>
          </a:prstGeom>
          <a:noFill/>
        </p:spPr>
        <p:txBody>
          <a:bodyPr wrap="square" lIns="54864" tIns="36576" rIns="54864">
            <a:spAutoFit/>
          </a:bodyPr>
          <a:lstStyle/>
          <a:p>
            <a:pPr algn="l"/>
            <a:r>
              <a:rPr lang="en-US" sz="2000" b="1" dirty="0"/>
              <a:t>Adaptive Waste Collection Scheduler with Overflow Override</a:t>
            </a:r>
          </a:p>
          <a:p>
            <a:pPr algn="l">
              <a:spcBef>
                <a:spcPts val="1000"/>
              </a:spcBef>
            </a:pPr>
            <a:r>
              <a:rPr lang="en-US" sz="1400" b="1" dirty="0"/>
              <a:t>QNX eHACK 2026 | SL37 | Team Trash Track</a:t>
            </a:r>
          </a:p>
          <a:p>
            <a:pPr algn="l">
              <a:spcBef>
                <a:spcPts val="1000"/>
              </a:spcBef>
            </a:pPr>
            <a:r>
              <a:rPr lang="en-US" sz="1400" dirty="0"/>
              <a:t>Real-time waste collection scheduling using QNX RTOS</a:t>
            </a:r>
          </a:p>
        </p:txBody>
      </p:sp>
    </p:spTree>
    <p:extLst>
      <p:ext uri="{BB962C8B-B14F-4D97-AF65-F5344CB8AC3E}">
        <p14:creationId xmlns:p14="http://schemas.microsoft.com/office/powerpoint/2010/main" val="556036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32CF0-6077-7349-E3E2-7996DACDAAFE}"/>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0D5604C8-41CB-BF03-476D-ABF33D790D09}"/>
              </a:ext>
            </a:extLst>
          </p:cNvPr>
          <p:cNvSpPr>
            <a:spLocks noGrp="1"/>
          </p:cNvSpPr>
          <p:nvPr>
            <p:ph type="ftr" sz="quarter" idx="11"/>
          </p:nvPr>
        </p:nvSpPr>
        <p:spPr>
          <a:xfrm>
            <a:off x="623872" y="6525360"/>
            <a:ext cx="5184000" cy="144000"/>
          </a:xfrm>
        </p:spPr>
        <p:txBody>
          <a:bodyPr/>
          <a:lstStyle/>
          <a:p>
            <a:r>
              <a:rPr lang="en-GB"/>
              <a:t>CONFIDENTIAL – SHARED UNDER NDA. DO NOT FORWARD.</a:t>
            </a:r>
          </a:p>
        </p:txBody>
      </p:sp>
      <p:sp>
        <p:nvSpPr>
          <p:cNvPr id="23" name="Title 22">
            <a:extLst>
              <a:ext uri="{FF2B5EF4-FFF2-40B4-BE49-F238E27FC236}">
                <a16:creationId xmlns:a16="http://schemas.microsoft.com/office/drawing/2014/main" id="{0EC725D1-50D1-F39D-BD39-1E9175EED18D}"/>
              </a:ext>
            </a:extLst>
          </p:cNvPr>
          <p:cNvSpPr>
            <a:spLocks noGrp="1"/>
          </p:cNvSpPr>
          <p:nvPr>
            <p:ph type="title"/>
          </p:nvPr>
        </p:nvSpPr>
        <p:spPr>
          <a:xfrm>
            <a:off x="623392" y="620688"/>
            <a:ext cx="8833124" cy="504000"/>
          </a:xfrm>
        </p:spPr>
        <p:txBody>
          <a:bodyPr/>
          <a:lstStyle/>
          <a:p>
            <a:pPr>
              <a:defRPr sz="2800" b="1">
                <a:latin typeface="Aptos Display"/>
              </a:defRPr>
            </a:pPr>
            <a:r>
              <a:rPr dirty="0"/>
              <a:t>Problem Synthesis &amp; Scenario</a:t>
            </a:r>
            <a:endParaRPr lang="en-GB" dirty="0"/>
          </a:p>
        </p:txBody>
      </p:sp>
      <p:sp>
        <p:nvSpPr>
          <p:cNvPr id="3" name="Text Placeholder 2">
            <a:extLst>
              <a:ext uri="{FF2B5EF4-FFF2-40B4-BE49-F238E27FC236}">
                <a16:creationId xmlns:a16="http://schemas.microsoft.com/office/drawing/2014/main" id="{F7FE0986-D5EF-BAD7-B233-85A4036BE9DD}"/>
              </a:ext>
            </a:extLst>
          </p:cNvPr>
          <p:cNvSpPr>
            <a:spLocks noGrp="1"/>
          </p:cNvSpPr>
          <p:nvPr>
            <p:ph type="body" sz="quarter" idx="15"/>
          </p:nvPr>
        </p:nvSpPr>
        <p:spPr>
          <a:xfrm>
            <a:off x="623392" y="1207009"/>
            <a:ext cx="9489872" cy="4114799"/>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dirty="0"/>
          </a:p>
        </p:txBody>
      </p:sp>
      <p:sp>
        <p:nvSpPr>
          <p:cNvPr id="24" name="TextBox 23"/>
          <p:cNvSpPr txBox="1"/>
          <p:nvPr/>
        </p:nvSpPr>
        <p:spPr>
          <a:xfrm>
            <a:off x="623392" y="1828800"/>
            <a:ext cx="10395128" cy="1928157"/>
          </a:xfrm>
          <a:prstGeom prst="rect">
            <a:avLst/>
          </a:prstGeom>
          <a:noFill/>
        </p:spPr>
        <p:txBody>
          <a:bodyPr wrap="square" lIns="54864" tIns="36576" rIns="54864">
            <a:spAutoFit/>
          </a:bodyPr>
          <a:lstStyle/>
          <a:p>
            <a:pPr>
              <a:spcAft>
                <a:spcPts val="800"/>
              </a:spcAft>
            </a:pPr>
            <a:r>
              <a:rPr lang="en-US" sz="1600" b="1" dirty="0">
                <a:latin typeface="Aptos"/>
              </a:rPr>
              <a:t>Scenario: </a:t>
            </a:r>
            <a:r>
              <a:rPr lang="en-US" sz="1600" dirty="0">
                <a:latin typeface="Aptos"/>
              </a:rPr>
              <a:t>Waste bins fill at different and unpredictable rates, while fixed collection routes treat all bins alike.</a:t>
            </a:r>
          </a:p>
          <a:p>
            <a:pPr>
              <a:spcAft>
                <a:spcPts val="800"/>
              </a:spcAft>
            </a:pPr>
            <a:r>
              <a:rPr lang="en-US" sz="1600" b="1" dirty="0">
                <a:latin typeface="Aptos"/>
              </a:rPr>
              <a:t>Criticality: </a:t>
            </a:r>
            <a:r>
              <a:rPr lang="en-US" sz="1600" dirty="0">
                <a:latin typeface="Aptos"/>
              </a:rPr>
              <a:t>An overflowing bin cannot wait for the next periodic route update; emergency handling must take priority.</a:t>
            </a:r>
          </a:p>
          <a:p>
            <a:pPr>
              <a:spcAft>
                <a:spcPts val="800"/>
              </a:spcAft>
            </a:pPr>
            <a:r>
              <a:rPr lang="en-US" sz="1600" b="1" dirty="0">
                <a:latin typeface="Aptos"/>
              </a:rPr>
              <a:t>Our requirement: </a:t>
            </a:r>
            <a:r>
              <a:rPr lang="en-US" sz="1600" dirty="0">
                <a:latin typeface="Aptos"/>
              </a:rPr>
              <a:t>Continuously monitor bin status, generate an adaptive route, and trigger an immediate route                             override when fill reaches 90%.</a:t>
            </a:r>
          </a:p>
          <a:p>
            <a:pPr>
              <a:spcAft>
                <a:spcPts val="800"/>
              </a:spcAft>
            </a:pPr>
            <a:r>
              <a:rPr lang="en-US" sz="1600" b="1" dirty="0">
                <a:latin typeface="Aptos"/>
              </a:rPr>
              <a:t>Success metric: </a:t>
            </a:r>
            <a:r>
              <a:rPr lang="en-US" sz="1600" dirty="0">
                <a:latin typeface="Aptos"/>
              </a:rPr>
              <a:t>Overflow event → Emergency Task → override pulse → route </a:t>
            </a:r>
            <a:r>
              <a:rPr lang="en-US" sz="1600" dirty="0" err="1">
                <a:latin typeface="Aptos"/>
              </a:rPr>
              <a:t>recomputation</a:t>
            </a:r>
            <a:r>
              <a:rPr lang="en-US" sz="1600" dirty="0">
                <a:latin typeface="Aptos"/>
              </a:rPr>
              <a:t>.</a:t>
            </a:r>
            <a:endParaRPr sz="1600" dirty="0">
              <a:latin typeface="Aptos"/>
            </a:endParaRPr>
          </a:p>
        </p:txBody>
      </p:sp>
    </p:spTree>
    <p:extLst>
      <p:ext uri="{BB962C8B-B14F-4D97-AF65-F5344CB8AC3E}">
        <p14:creationId xmlns:p14="http://schemas.microsoft.com/office/powerpoint/2010/main" val="277737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BAAD404-DED0-F75F-4FE3-9A65F621863E}"/>
              </a:ext>
              <a:ext uri="{C183D7F6-B498-43B3-948B-1728B52AA6E4}">
                <adec:decorative xmlns:adec="http://schemas.microsoft.com/office/drawing/2017/decorative" val="1"/>
              </a:ext>
            </a:extLst>
          </p:cNvPr>
          <p:cNvSpPr>
            <a:spLocks noGrp="1"/>
          </p:cNvSpPr>
          <p:nvPr>
            <p:ph type="ftr" sz="quarter" idx="11"/>
          </p:nvPr>
        </p:nvSpPr>
        <p:spPr>
          <a:xfrm>
            <a:off x="623872" y="6525360"/>
            <a:ext cx="5184000" cy="144000"/>
          </a:xfrm>
        </p:spPr>
        <p:txBody>
          <a:bodyPr/>
          <a:lstStyle/>
          <a:p>
            <a:r>
              <a:rPr lang="en-GB"/>
              <a:t>CONFIDENTIAL – SHARED UNDER NDA. DO NOT FORWARD.</a:t>
            </a:r>
          </a:p>
        </p:txBody>
      </p:sp>
      <p:sp>
        <p:nvSpPr>
          <p:cNvPr id="8" name="Text Placeholder 7">
            <a:extLst>
              <a:ext uri="{FF2B5EF4-FFF2-40B4-BE49-F238E27FC236}">
                <a16:creationId xmlns:a16="http://schemas.microsoft.com/office/drawing/2014/main" id="{02C8EA9C-6943-FA0B-9182-589EEAF57FBF}"/>
              </a:ext>
            </a:extLst>
          </p:cNvPr>
          <p:cNvSpPr>
            <a:spLocks noGrp="1"/>
          </p:cNvSpPr>
          <p:nvPr>
            <p:ph type="body" sz="quarter" idx="13"/>
          </p:nvPr>
        </p:nvSpPr>
        <p:spPr>
          <a:xfrm>
            <a:off x="631853" y="841248"/>
            <a:ext cx="812900" cy="1435624"/>
          </a:xfrm>
        </p:spPr>
        <p:txBody>
          <a:bodyPr/>
          <a:lstStyle/>
          <a:p>
            <a:endParaRPr lang="en-US" dirty="0"/>
          </a:p>
          <a:p>
            <a:endParaRPr dirty="0"/>
          </a:p>
        </p:txBody>
      </p:sp>
      <p:sp>
        <p:nvSpPr>
          <p:cNvPr id="4" name="Title 3">
            <a:extLst>
              <a:ext uri="{FF2B5EF4-FFF2-40B4-BE49-F238E27FC236}">
                <a16:creationId xmlns:a16="http://schemas.microsoft.com/office/drawing/2014/main" id="{5AA68641-AE96-FFB2-85C5-DA9FE2124EB3}"/>
              </a:ext>
            </a:extLst>
          </p:cNvPr>
          <p:cNvSpPr>
            <a:spLocks noGrp="1"/>
          </p:cNvSpPr>
          <p:nvPr>
            <p:ph type="title"/>
          </p:nvPr>
        </p:nvSpPr>
        <p:spPr>
          <a:xfrm>
            <a:off x="630936" y="621792"/>
            <a:ext cx="5184000" cy="1005840"/>
          </a:xfrm>
        </p:spPr>
        <p:txBody>
          <a:bodyPr/>
          <a:lstStyle/>
          <a:p>
            <a:pPr>
              <a:defRPr sz="2800" b="1">
                <a:latin typeface="Aptos Display"/>
              </a:defRPr>
            </a:pPr>
            <a:r>
              <a:rPr lang="en-GB" dirty="0"/>
              <a:t>Design and Execution</a:t>
            </a:r>
            <a:endParaRPr dirty="0"/>
          </a:p>
        </p:txBody>
      </p:sp>
      <p:sp>
        <p:nvSpPr>
          <p:cNvPr id="9" name="TextBox 8"/>
          <p:cNvSpPr txBox="1"/>
          <p:nvPr/>
        </p:nvSpPr>
        <p:spPr>
          <a:xfrm>
            <a:off x="576072" y="1828800"/>
            <a:ext cx="5486400" cy="3238259"/>
          </a:xfrm>
          <a:prstGeom prst="rect">
            <a:avLst/>
          </a:prstGeom>
          <a:noFill/>
        </p:spPr>
        <p:txBody>
          <a:bodyPr wrap="square" lIns="54864" tIns="36576" rIns="54864">
            <a:spAutoFit/>
          </a:bodyPr>
          <a:lstStyle/>
          <a:p>
            <a:pPr>
              <a:spcAft>
                <a:spcPts val="800"/>
              </a:spcAft>
            </a:pPr>
            <a:r>
              <a:rPr sz="1600" b="1" dirty="0">
                <a:latin typeface="Aptos"/>
              </a:rPr>
              <a:t>Application model: </a:t>
            </a:r>
            <a:r>
              <a:rPr sz="1600" dirty="0">
                <a:latin typeface="Aptos"/>
              </a:rPr>
              <a:t>One QNX process with multiple POSIX threads for independent real-time tasks.</a:t>
            </a:r>
          </a:p>
          <a:p>
            <a:pPr>
              <a:spcAft>
                <a:spcPts val="800"/>
              </a:spcAft>
            </a:pPr>
            <a:r>
              <a:rPr sz="1600" b="1" dirty="0">
                <a:latin typeface="Aptos"/>
              </a:rPr>
              <a:t>Priority setup: </a:t>
            </a:r>
            <a:r>
              <a:rPr sz="1600" dirty="0">
                <a:latin typeface="Aptos"/>
              </a:rPr>
              <a:t>SCHED_FIFO: Emergency 25 &gt; Route 20 &gt; Bin Monitor 15 &gt; Vehicle 10.</a:t>
            </a:r>
          </a:p>
          <a:p>
            <a:pPr>
              <a:spcAft>
                <a:spcPts val="800"/>
              </a:spcAft>
            </a:pPr>
            <a:r>
              <a:rPr sz="1600" b="1" dirty="0">
                <a:latin typeface="Aptos"/>
              </a:rPr>
              <a:t>IPC: </a:t>
            </a:r>
            <a:r>
              <a:rPr sz="1600" dirty="0">
                <a:latin typeface="Aptos"/>
              </a:rPr>
              <a:t>QNX channels, connections and pulses: BIN_READING_PULSE and OVERRIDE_PULSE.</a:t>
            </a:r>
          </a:p>
          <a:p>
            <a:pPr>
              <a:spcAft>
                <a:spcPts val="800"/>
              </a:spcAft>
            </a:pPr>
            <a:r>
              <a:rPr sz="1600" b="1" dirty="0">
                <a:latin typeface="Aptos"/>
              </a:rPr>
              <a:t>Synchronization: </a:t>
            </a:r>
            <a:r>
              <a:rPr sz="1600" dirty="0">
                <a:latin typeface="Aptos"/>
              </a:rPr>
              <a:t>Mutexes protect shared bin data, route data and logging.</a:t>
            </a:r>
          </a:p>
          <a:p>
            <a:pPr>
              <a:spcAft>
                <a:spcPts val="800"/>
              </a:spcAft>
            </a:pPr>
            <a:r>
              <a:rPr sz="1600" b="1" dirty="0">
                <a:latin typeface="Aptos"/>
              </a:rPr>
              <a:t>Timing: </a:t>
            </a:r>
            <a:r>
              <a:rPr sz="1600" dirty="0">
                <a:latin typeface="Aptos"/>
              </a:rPr>
              <a:t>Bin updates every 1 s; normal route recalculation every 5 s; vehicle cycle every 3 s.</a:t>
            </a:r>
          </a:p>
        </p:txBody>
      </p:sp>
      <p:sp>
        <p:nvSpPr>
          <p:cNvPr id="3" name="TextBox 2">
            <a:extLst>
              <a:ext uri="{FF2B5EF4-FFF2-40B4-BE49-F238E27FC236}">
                <a16:creationId xmlns:a16="http://schemas.microsoft.com/office/drawing/2014/main" id="{A895DBF5-C8D3-4C06-2362-D5F61BA546E7}"/>
              </a:ext>
            </a:extLst>
          </p:cNvPr>
          <p:cNvSpPr txBox="1"/>
          <p:nvPr/>
        </p:nvSpPr>
        <p:spPr bwMode="gray">
          <a:xfrm flipH="1">
            <a:off x="1563624" y="1487060"/>
            <a:ext cx="338328" cy="144000"/>
          </a:xfrm>
          <a:prstGeom prst="rect">
            <a:avLst/>
          </a:prstGeom>
          <a:noFill/>
        </p:spPr>
        <p:txBody>
          <a:bodyPr wrap="none" lIns="0" tIns="0" rIns="0" bIns="0" rtlCol="0">
            <a:noAutofit/>
          </a:bodyPr>
          <a:lstStyle/>
          <a:p>
            <a:pPr algn="l"/>
            <a:endParaRPr lang="en-IN" dirty="0"/>
          </a:p>
        </p:txBody>
      </p:sp>
    </p:spTree>
    <p:extLst>
      <p:ext uri="{BB962C8B-B14F-4D97-AF65-F5344CB8AC3E}">
        <p14:creationId xmlns:p14="http://schemas.microsoft.com/office/powerpoint/2010/main" val="1115137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FE323-E944-9C18-947A-2B44D160D4F1}"/>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EBDD24EE-86BC-68D1-D5AE-0614A620C53F}"/>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FFC2A3EE-B4F3-F2A7-BDE6-7EC05D7856CC}"/>
              </a:ext>
            </a:extLst>
          </p:cNvPr>
          <p:cNvSpPr>
            <a:spLocks noGrp="1"/>
          </p:cNvSpPr>
          <p:nvPr>
            <p:ph type="title"/>
          </p:nvPr>
        </p:nvSpPr>
        <p:spPr bwMode="gray">
          <a:xfrm>
            <a:off x="623888" y="620687"/>
            <a:ext cx="10944224" cy="504000"/>
          </a:xfrm>
        </p:spPr>
        <p:txBody>
          <a:bodyPr/>
          <a:lstStyle/>
          <a:p>
            <a:pPr>
              <a:defRPr sz="2800" b="1">
                <a:latin typeface="Aptos Display"/>
              </a:defRPr>
            </a:pPr>
            <a:r>
              <a:t>Technical Execution: Logic &amp; Route Algorithm</a:t>
            </a:r>
            <a:endParaRPr lang="en-GB"/>
          </a:p>
        </p:txBody>
      </p:sp>
      <p:sp>
        <p:nvSpPr>
          <p:cNvPr id="2" name="Inhaltsplatzhalter 1">
            <a:extLst>
              <a:ext uri="{FF2B5EF4-FFF2-40B4-BE49-F238E27FC236}">
                <a16:creationId xmlns:a16="http://schemas.microsoft.com/office/drawing/2014/main" id="{DD21BF8B-937E-6C3F-6FE7-52A116952A38}"/>
              </a:ext>
            </a:extLst>
          </p:cNvPr>
          <p:cNvSpPr>
            <a:spLocks noGrp="1"/>
          </p:cNvSpPr>
          <p:nvPr>
            <p:ph idx="1"/>
          </p:nvPr>
        </p:nvSpPr>
        <p:spPr bwMode="gray">
          <a:xfrm>
            <a:off x="623872" y="1222144"/>
            <a:ext cx="10723832" cy="5015168"/>
          </a:xfrm>
        </p:spPr>
        <p:txBody>
          <a:bodyPr/>
          <a:lstStyle/>
          <a:p>
            <a:pPr lvl="1" fontAlgn="base"/>
            <a:endParaRPr lang="en-US" dirty="0"/>
          </a:p>
          <a:p>
            <a:pPr lvl="1" fontAlgn="base"/>
            <a:r>
              <a:rPr lang="en-IN" dirty="0"/>
              <a:t> </a:t>
            </a:r>
            <a:endParaRPr dirty="0"/>
          </a:p>
        </p:txBody>
      </p:sp>
      <p:sp>
        <p:nvSpPr>
          <p:cNvPr id="5" name="Textplatzhalter 4">
            <a:extLst>
              <a:ext uri="{FF2B5EF4-FFF2-40B4-BE49-F238E27FC236}">
                <a16:creationId xmlns:a16="http://schemas.microsoft.com/office/drawing/2014/main" id="{03851463-85FC-C64D-712F-284884550ACC}"/>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endParaRPr lang="en-US" dirty="0"/>
          </a:p>
          <a:p>
            <a:endParaRPr dirty="0"/>
          </a:p>
        </p:txBody>
      </p:sp>
      <p:sp>
        <p:nvSpPr>
          <p:cNvPr id="9" name="TextBox 8"/>
          <p:cNvSpPr txBox="1"/>
          <p:nvPr/>
        </p:nvSpPr>
        <p:spPr>
          <a:xfrm>
            <a:off x="566928" y="1737360"/>
            <a:ext cx="10058400" cy="2056397"/>
          </a:xfrm>
          <a:prstGeom prst="rect">
            <a:avLst/>
          </a:prstGeom>
          <a:noFill/>
        </p:spPr>
        <p:txBody>
          <a:bodyPr wrap="square" lIns="54864" tIns="36576" rIns="54864">
            <a:spAutoFit/>
          </a:bodyPr>
          <a:lstStyle/>
          <a:p>
            <a:pPr>
              <a:spcAft>
                <a:spcPts val="800"/>
              </a:spcAft>
            </a:pPr>
            <a:r>
              <a:rPr sz="1600" b="1" dirty="0">
                <a:latin typeface="Aptos"/>
              </a:rPr>
              <a:t>Bin monitoring: </a:t>
            </a:r>
            <a:r>
              <a:rPr sz="1600" dirty="0">
                <a:latin typeface="Aptos"/>
              </a:rPr>
              <a:t>Four simulated bins are updated periodically; fill level is capped at 100%.</a:t>
            </a:r>
          </a:p>
          <a:p>
            <a:pPr>
              <a:spcAft>
                <a:spcPts val="800"/>
              </a:spcAft>
            </a:pPr>
            <a:r>
              <a:rPr sz="1600" b="1" dirty="0">
                <a:latin typeface="Aptos"/>
              </a:rPr>
              <a:t>Route score: </a:t>
            </a:r>
            <a:r>
              <a:rPr sz="1600" dirty="0">
                <a:latin typeface="Aptos"/>
              </a:rPr>
              <a:t>Score = 0.6 × fill + 0.3 × (1/distance) + 0.1 × wait time.</a:t>
            </a:r>
          </a:p>
          <a:p>
            <a:pPr>
              <a:spcAft>
                <a:spcPts val="800"/>
              </a:spcAft>
            </a:pPr>
            <a:r>
              <a:rPr sz="1600" b="1" dirty="0">
                <a:latin typeface="Aptos"/>
              </a:rPr>
              <a:t>Ordering: </a:t>
            </a:r>
            <a:r>
              <a:rPr sz="1600" dirty="0">
                <a:latin typeface="Aptos"/>
              </a:rPr>
              <a:t>A local snapshot is sorted using </a:t>
            </a:r>
            <a:r>
              <a:rPr sz="1600" dirty="0" err="1">
                <a:latin typeface="Aptos"/>
              </a:rPr>
              <a:t>qsort</a:t>
            </a:r>
            <a:r>
              <a:rPr sz="1600" dirty="0">
                <a:latin typeface="Aptos"/>
              </a:rPr>
              <a:t>() so shared data is not held during route calculation.</a:t>
            </a:r>
          </a:p>
          <a:p>
            <a:pPr>
              <a:spcAft>
                <a:spcPts val="800"/>
              </a:spcAft>
            </a:pPr>
            <a:r>
              <a:rPr sz="1600" b="1" dirty="0">
                <a:latin typeface="Aptos"/>
              </a:rPr>
              <a:t>Emergency path: </a:t>
            </a:r>
            <a:r>
              <a:rPr sz="1600" dirty="0">
                <a:latin typeface="Aptos"/>
              </a:rPr>
              <a:t>At ≥90% fill, Emergency Task marks overflow and sends OVERRIDE_PULSE to the Route Scheduler.</a:t>
            </a:r>
          </a:p>
          <a:p>
            <a:pPr>
              <a:spcAft>
                <a:spcPts val="800"/>
              </a:spcAft>
            </a:pPr>
            <a:r>
              <a:rPr sz="1600" b="1" dirty="0">
                <a:latin typeface="Aptos"/>
              </a:rPr>
              <a:t>Vehicle: </a:t>
            </a:r>
            <a:r>
              <a:rPr sz="1600" dirty="0">
                <a:latin typeface="Aptos"/>
              </a:rPr>
              <a:t>The simulated Vehicle Task services the first route bin and resets its status.</a:t>
            </a:r>
          </a:p>
        </p:txBody>
      </p:sp>
      <p:sp>
        <p:nvSpPr>
          <p:cNvPr id="10" name="Rounded Rectangle 9"/>
          <p:cNvSpPr/>
          <p:nvPr/>
        </p:nvSpPr>
        <p:spPr>
          <a:xfrm>
            <a:off x="3084577" y="4550316"/>
            <a:ext cx="123444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latin typeface="Aptos"/>
              </a:defRPr>
            </a:pPr>
            <a:r>
              <a:rPr dirty="0"/>
              <a:t>Bin</a:t>
            </a:r>
            <a:br>
              <a:rPr dirty="0"/>
            </a:br>
            <a:r>
              <a:rPr dirty="0"/>
              <a:t>Monitor</a:t>
            </a:r>
          </a:p>
        </p:txBody>
      </p:sp>
      <p:sp>
        <p:nvSpPr>
          <p:cNvPr id="11" name="Right Arrow 10"/>
          <p:cNvSpPr/>
          <p:nvPr/>
        </p:nvSpPr>
        <p:spPr>
          <a:xfrm>
            <a:off x="4325115" y="4667817"/>
            <a:ext cx="365760" cy="2743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ounded Rectangle 11"/>
          <p:cNvSpPr/>
          <p:nvPr/>
        </p:nvSpPr>
        <p:spPr>
          <a:xfrm>
            <a:off x="4684777" y="4534053"/>
            <a:ext cx="123444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latin typeface="Aptos"/>
              </a:defRPr>
            </a:pPr>
            <a:r>
              <a:rPr dirty="0"/>
              <a:t>Emergency</a:t>
            </a:r>
          </a:p>
        </p:txBody>
      </p:sp>
      <p:sp>
        <p:nvSpPr>
          <p:cNvPr id="13" name="Right Arrow 12"/>
          <p:cNvSpPr/>
          <p:nvPr/>
        </p:nvSpPr>
        <p:spPr>
          <a:xfrm>
            <a:off x="5919217" y="4664616"/>
            <a:ext cx="365760" cy="2743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72785" y="4550316"/>
            <a:ext cx="123444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latin typeface="Aptos"/>
              </a:defRPr>
            </a:pPr>
            <a:r>
              <a:rPr dirty="0"/>
              <a:t>Route</a:t>
            </a:r>
          </a:p>
        </p:txBody>
      </p:sp>
    </p:spTree>
    <p:extLst>
      <p:ext uri="{BB962C8B-B14F-4D97-AF65-F5344CB8AC3E}">
        <p14:creationId xmlns:p14="http://schemas.microsoft.com/office/powerpoint/2010/main" val="3133938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2D68-3D29-F496-362F-2C549E25C154}"/>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771A3458-C0A6-8F18-DAE4-6F9BE2E4C856}"/>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80B7DC52-5B75-60FD-0D60-8DABBD4EDFE0}"/>
              </a:ext>
            </a:extLst>
          </p:cNvPr>
          <p:cNvSpPr>
            <a:spLocks noGrp="1"/>
          </p:cNvSpPr>
          <p:nvPr>
            <p:ph type="title"/>
          </p:nvPr>
        </p:nvSpPr>
        <p:spPr bwMode="gray">
          <a:xfrm>
            <a:off x="623888" y="620687"/>
            <a:ext cx="10944224" cy="504000"/>
          </a:xfrm>
        </p:spPr>
        <p:txBody>
          <a:bodyPr/>
          <a:lstStyle/>
          <a:p>
            <a:pPr>
              <a:defRPr sz="2800" b="1">
                <a:latin typeface="Aptos Display"/>
              </a:defRPr>
            </a:pPr>
            <a:r>
              <a:t>Resilience &amp; Emergency Override</a:t>
            </a:r>
            <a:endParaRPr lang="en-GB"/>
          </a:p>
        </p:txBody>
      </p:sp>
      <p:sp>
        <p:nvSpPr>
          <p:cNvPr id="2" name="Inhaltsplatzhalter 1">
            <a:extLst>
              <a:ext uri="{FF2B5EF4-FFF2-40B4-BE49-F238E27FC236}">
                <a16:creationId xmlns:a16="http://schemas.microsoft.com/office/drawing/2014/main" id="{7852AD14-C0A1-4B87-85A9-431C361B929F}"/>
              </a:ext>
            </a:extLst>
          </p:cNvPr>
          <p:cNvSpPr>
            <a:spLocks noGrp="1"/>
          </p:cNvSpPr>
          <p:nvPr>
            <p:ph idx="1"/>
          </p:nvPr>
        </p:nvSpPr>
        <p:spPr bwMode="gray">
          <a:xfrm>
            <a:off x="623872" y="1773237"/>
            <a:ext cx="10944224" cy="4464075"/>
          </a:xfrm>
        </p:spPr>
        <p:txBody>
          <a:bodyPr/>
          <a:lstStyle/>
          <a:p>
            <a:pPr lvl="1" fontAlgn="base"/>
            <a:endParaRPr lang="en-US" dirty="0"/>
          </a:p>
          <a:p>
            <a:pPr lvl="1" fontAlgn="base"/>
            <a:endParaRPr lang="en-IN" dirty="0"/>
          </a:p>
          <a:p>
            <a:pPr lvl="1" fontAlgn="base"/>
            <a:endParaRPr dirty="0"/>
          </a:p>
        </p:txBody>
      </p:sp>
      <p:sp>
        <p:nvSpPr>
          <p:cNvPr id="5" name="Textplatzhalter 4">
            <a:extLst>
              <a:ext uri="{FF2B5EF4-FFF2-40B4-BE49-F238E27FC236}">
                <a16:creationId xmlns:a16="http://schemas.microsoft.com/office/drawing/2014/main" id="{EB8386DE-B0CA-B430-4763-073FB287DC0C}"/>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endParaRPr lang="en-US" dirty="0"/>
          </a:p>
          <a:p>
            <a:endParaRPr dirty="0"/>
          </a:p>
        </p:txBody>
      </p:sp>
      <p:sp>
        <p:nvSpPr>
          <p:cNvPr id="9" name="TextBox 8"/>
          <p:cNvSpPr txBox="1"/>
          <p:nvPr/>
        </p:nvSpPr>
        <p:spPr>
          <a:xfrm>
            <a:off x="621792" y="1412735"/>
            <a:ext cx="10944224" cy="2647328"/>
          </a:xfrm>
          <a:prstGeom prst="rect">
            <a:avLst/>
          </a:prstGeom>
          <a:noFill/>
        </p:spPr>
        <p:txBody>
          <a:bodyPr wrap="square" lIns="54864" tIns="36576" rIns="54864">
            <a:spAutoFit/>
          </a:bodyPr>
          <a:lstStyle/>
          <a:p>
            <a:pPr>
              <a:spcAft>
                <a:spcPts val="800"/>
              </a:spcAft>
            </a:pPr>
            <a:r>
              <a:rPr sz="1600" b="1" dirty="0">
                <a:latin typeface="Aptos"/>
              </a:rPr>
              <a:t>Stress scenario: </a:t>
            </a:r>
            <a:r>
              <a:rPr sz="1600" dirty="0">
                <a:latin typeface="Aptos"/>
              </a:rPr>
              <a:t>A bin crosses the 90% overflow threshold during normal route operation.</a:t>
            </a:r>
          </a:p>
          <a:p>
            <a:pPr>
              <a:spcAft>
                <a:spcPts val="800"/>
              </a:spcAft>
            </a:pPr>
            <a:r>
              <a:rPr sz="1600" b="1" dirty="0">
                <a:latin typeface="Aptos"/>
              </a:rPr>
              <a:t>Mitigation: </a:t>
            </a:r>
            <a:r>
              <a:rPr sz="1600" dirty="0">
                <a:latin typeface="Aptos"/>
              </a:rPr>
              <a:t>Emergency Task runs at the highest priority and receives BIN_READING_PULSE independently of the normal 5 s route timer.</a:t>
            </a:r>
          </a:p>
          <a:p>
            <a:pPr>
              <a:spcAft>
                <a:spcPts val="800"/>
              </a:spcAft>
            </a:pPr>
            <a:r>
              <a:rPr sz="1600" b="1" dirty="0">
                <a:latin typeface="Aptos"/>
              </a:rPr>
              <a:t>Recovery path: </a:t>
            </a:r>
            <a:r>
              <a:rPr sz="1600" dirty="0">
                <a:latin typeface="Aptos"/>
              </a:rPr>
              <a:t>Emergency Task → OVERRIDE_PULSE → Route Scheduler → immediate </a:t>
            </a:r>
            <a:r>
              <a:rPr sz="1600" dirty="0" err="1">
                <a:latin typeface="Aptos"/>
              </a:rPr>
              <a:t>recompute_route</a:t>
            </a:r>
            <a:r>
              <a:rPr sz="1600" dirty="0">
                <a:latin typeface="Aptos"/>
              </a:rPr>
              <a:t>().</a:t>
            </a:r>
          </a:p>
          <a:p>
            <a:pPr>
              <a:spcAft>
                <a:spcPts val="800"/>
              </a:spcAft>
            </a:pPr>
            <a:r>
              <a:rPr sz="1600" b="1" dirty="0">
                <a:latin typeface="Aptos"/>
              </a:rPr>
              <a:t>Protection: </a:t>
            </a:r>
            <a:r>
              <a:rPr sz="1600" dirty="0">
                <a:latin typeface="Aptos"/>
              </a:rPr>
              <a:t>The overflowed flag prevents repeated handling of the same overflow condition until service/reset.</a:t>
            </a:r>
          </a:p>
          <a:p>
            <a:pPr>
              <a:spcAft>
                <a:spcPts val="800"/>
              </a:spcAft>
            </a:pPr>
            <a:r>
              <a:rPr sz="1600" b="1" dirty="0">
                <a:latin typeface="Aptos"/>
              </a:rPr>
              <a:t>Boundary: </a:t>
            </a:r>
            <a:r>
              <a:rPr sz="1600" dirty="0">
                <a:latin typeface="Aptos"/>
              </a:rPr>
              <a:t>The current baseline has no watchdog timer or hard worst-case latency guarantee; these are validation/future extensions.</a:t>
            </a:r>
          </a:p>
        </p:txBody>
      </p:sp>
      <p:sp>
        <p:nvSpPr>
          <p:cNvPr id="10" name="Rounded Rectangle 9"/>
          <p:cNvSpPr/>
          <p:nvPr/>
        </p:nvSpPr>
        <p:spPr>
          <a:xfrm>
            <a:off x="3956232" y="4789791"/>
            <a:ext cx="123444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latin typeface="Aptos"/>
              </a:defRPr>
            </a:pPr>
            <a:r>
              <a:t>Fill ≥ 90%?</a:t>
            </a:r>
          </a:p>
        </p:txBody>
      </p:sp>
      <p:sp>
        <p:nvSpPr>
          <p:cNvPr id="11" name="Right Arrow 10"/>
          <p:cNvSpPr/>
          <p:nvPr/>
        </p:nvSpPr>
        <p:spPr>
          <a:xfrm>
            <a:off x="5191712" y="4888083"/>
            <a:ext cx="365760" cy="2743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558512" y="4778538"/>
            <a:ext cx="123444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latin typeface="Aptos"/>
              </a:defRPr>
            </a:pPr>
            <a:r>
              <a:rPr dirty="0"/>
              <a:t>Override</a:t>
            </a:r>
          </a:p>
        </p:txBody>
      </p:sp>
      <p:sp>
        <p:nvSpPr>
          <p:cNvPr id="13" name="Right Arrow 12"/>
          <p:cNvSpPr/>
          <p:nvPr/>
        </p:nvSpPr>
        <p:spPr>
          <a:xfrm>
            <a:off x="6793992" y="4874367"/>
            <a:ext cx="365760" cy="2743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159752" y="4778538"/>
            <a:ext cx="1234440" cy="5029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latin typeface="Aptos"/>
              </a:defRPr>
            </a:pPr>
            <a:r>
              <a:rPr dirty="0"/>
              <a:t>Recompute</a:t>
            </a:r>
          </a:p>
        </p:txBody>
      </p:sp>
    </p:spTree>
    <p:extLst>
      <p:ext uri="{BB962C8B-B14F-4D97-AF65-F5344CB8AC3E}">
        <p14:creationId xmlns:p14="http://schemas.microsoft.com/office/powerpoint/2010/main" val="822339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A877-05DA-5AD5-C1EE-EE47A693C4A8}"/>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3D102912-9A6C-96DE-7A6D-462EA1632051}"/>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E73336FB-256D-F8C5-EAC3-6EE92DC72FC2}"/>
              </a:ext>
            </a:extLst>
          </p:cNvPr>
          <p:cNvSpPr>
            <a:spLocks noGrp="1"/>
          </p:cNvSpPr>
          <p:nvPr>
            <p:ph type="title"/>
          </p:nvPr>
        </p:nvSpPr>
        <p:spPr bwMode="gray">
          <a:xfrm>
            <a:off x="623888" y="620687"/>
            <a:ext cx="10944224" cy="504000"/>
          </a:xfrm>
        </p:spPr>
        <p:txBody>
          <a:bodyPr/>
          <a:lstStyle/>
          <a:p>
            <a:pPr>
              <a:defRPr sz="2800" b="1">
                <a:latin typeface="Aptos Display"/>
              </a:defRPr>
            </a:pPr>
            <a:r>
              <a:t>Performance Proof &amp; Demonstration</a:t>
            </a:r>
            <a:endParaRPr lang="en-GB"/>
          </a:p>
        </p:txBody>
      </p:sp>
      <p:sp>
        <p:nvSpPr>
          <p:cNvPr id="2" name="Inhaltsplatzhalter 1">
            <a:extLst>
              <a:ext uri="{FF2B5EF4-FFF2-40B4-BE49-F238E27FC236}">
                <a16:creationId xmlns:a16="http://schemas.microsoft.com/office/drawing/2014/main" id="{7E319DD6-6BC4-7715-65D6-AD6FEAA0C8F0}"/>
              </a:ext>
            </a:extLst>
          </p:cNvPr>
          <p:cNvSpPr>
            <a:spLocks noGrp="1"/>
          </p:cNvSpPr>
          <p:nvPr>
            <p:ph idx="1"/>
          </p:nvPr>
        </p:nvSpPr>
        <p:spPr bwMode="gray">
          <a:xfrm>
            <a:off x="557784" y="923545"/>
            <a:ext cx="11010312" cy="3822191"/>
          </a:xfrm>
        </p:spPr>
        <p:txBody>
          <a:bodyPr/>
          <a:lstStyle/>
          <a:p>
            <a:pPr>
              <a:lnSpc>
                <a:spcPct val="150000"/>
              </a:lnSpc>
            </a:pPr>
            <a:endParaRPr lang="en-US" dirty="0"/>
          </a:p>
          <a:p>
            <a:pPr>
              <a:lnSpc>
                <a:spcPct val="150000"/>
              </a:lnSpc>
            </a:pPr>
            <a:endParaRPr lang="en-IN" dirty="0"/>
          </a:p>
          <a:p>
            <a:pPr>
              <a:lnSpc>
                <a:spcPct val="150000"/>
              </a:lnSpc>
            </a:pPr>
            <a:endParaRPr dirty="0"/>
          </a:p>
        </p:txBody>
      </p:sp>
      <p:sp>
        <p:nvSpPr>
          <p:cNvPr id="5" name="Textplatzhalter 4">
            <a:extLst>
              <a:ext uri="{FF2B5EF4-FFF2-40B4-BE49-F238E27FC236}">
                <a16:creationId xmlns:a16="http://schemas.microsoft.com/office/drawing/2014/main" id="{CCD74172-BF54-461F-90E4-43392F08414B}"/>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endParaRPr lang="en-US" dirty="0"/>
          </a:p>
          <a:p>
            <a:endParaRPr dirty="0"/>
          </a:p>
        </p:txBody>
      </p:sp>
      <p:sp>
        <p:nvSpPr>
          <p:cNvPr id="9" name="TextBox 8"/>
          <p:cNvSpPr txBox="1"/>
          <p:nvPr/>
        </p:nvSpPr>
        <p:spPr>
          <a:xfrm>
            <a:off x="623872" y="1427545"/>
            <a:ext cx="5978096" cy="3533724"/>
          </a:xfrm>
          <a:prstGeom prst="rect">
            <a:avLst/>
          </a:prstGeom>
          <a:noFill/>
        </p:spPr>
        <p:txBody>
          <a:bodyPr wrap="square" lIns="54864" tIns="36576" rIns="54864">
            <a:spAutoFit/>
          </a:bodyPr>
          <a:lstStyle/>
          <a:p>
            <a:pPr>
              <a:spcAft>
                <a:spcPts val="800"/>
              </a:spcAft>
            </a:pPr>
            <a:r>
              <a:rPr sz="1600" b="1" dirty="0">
                <a:latin typeface="Aptos"/>
              </a:rPr>
              <a:t>Live demonstration: </a:t>
            </a:r>
            <a:r>
              <a:rPr sz="1600" dirty="0">
                <a:latin typeface="Aptos"/>
              </a:rPr>
              <a:t>Show four simulated bin fill levels changing and the route order updating.</a:t>
            </a:r>
          </a:p>
          <a:p>
            <a:pPr>
              <a:spcAft>
                <a:spcPts val="800"/>
              </a:spcAft>
            </a:pPr>
            <a:r>
              <a:rPr sz="1600" b="1" dirty="0">
                <a:latin typeface="Aptos"/>
              </a:rPr>
              <a:t>Normal timing: </a:t>
            </a:r>
            <a:r>
              <a:rPr sz="1600" dirty="0">
                <a:latin typeface="Aptos"/>
              </a:rPr>
              <a:t>Bin Monitor update period: 1 s; normal route recalculation period: 5 s.</a:t>
            </a:r>
          </a:p>
          <a:p>
            <a:pPr>
              <a:spcAft>
                <a:spcPts val="800"/>
              </a:spcAft>
            </a:pPr>
            <a:r>
              <a:rPr sz="1600" b="1" dirty="0">
                <a:latin typeface="Aptos"/>
              </a:rPr>
              <a:t>Emergency timing: </a:t>
            </a:r>
            <a:r>
              <a:rPr sz="1600" dirty="0">
                <a:latin typeface="Aptos"/>
              </a:rPr>
              <a:t>Overflow does not wait for the next 5 s route timer; an override pulse triggers route </a:t>
            </a:r>
            <a:r>
              <a:rPr sz="1600" dirty="0" err="1">
                <a:latin typeface="Aptos"/>
              </a:rPr>
              <a:t>recomputation</a:t>
            </a:r>
            <a:r>
              <a:rPr sz="1600" dirty="0">
                <a:latin typeface="Aptos"/>
              </a:rPr>
              <a:t>.</a:t>
            </a:r>
          </a:p>
          <a:p>
            <a:pPr>
              <a:spcAft>
                <a:spcPts val="800"/>
              </a:spcAft>
            </a:pPr>
            <a:r>
              <a:rPr sz="1600" b="1" dirty="0">
                <a:latin typeface="Aptos"/>
              </a:rPr>
              <a:t>Evidence: </a:t>
            </a:r>
            <a:r>
              <a:rPr sz="1600" dirty="0">
                <a:latin typeface="Aptos"/>
              </a:rPr>
              <a:t>Insert the QNX </a:t>
            </a:r>
            <a:r>
              <a:rPr sz="1600" dirty="0" err="1">
                <a:latin typeface="Aptos"/>
              </a:rPr>
              <a:t>Momentics</a:t>
            </a:r>
            <a:r>
              <a:rPr sz="1600" dirty="0">
                <a:latin typeface="Aptos"/>
              </a:rPr>
              <a:t> System Profiler screenshot/log required by the hackathon template.</a:t>
            </a:r>
          </a:p>
          <a:p>
            <a:pPr>
              <a:spcAft>
                <a:spcPts val="800"/>
              </a:spcAft>
            </a:pPr>
            <a:r>
              <a:rPr sz="1600" b="1" dirty="0">
                <a:latin typeface="Aptos"/>
              </a:rPr>
              <a:t>What the proof shows: </a:t>
            </a:r>
            <a:r>
              <a:rPr sz="1600" dirty="0">
                <a:latin typeface="Aptos"/>
              </a:rPr>
              <a:t>Priority-based task separation and pulse-driven emergency handling work as designed.</a:t>
            </a:r>
          </a:p>
        </p:txBody>
      </p:sp>
      <p:sp>
        <p:nvSpPr>
          <p:cNvPr id="10" name="TextBox 9"/>
          <p:cNvSpPr txBox="1"/>
          <p:nvPr/>
        </p:nvSpPr>
        <p:spPr>
          <a:xfrm>
            <a:off x="6766560" y="1737360"/>
            <a:ext cx="4800600" cy="3291840"/>
          </a:xfrm>
          <a:prstGeom prst="rect">
            <a:avLst/>
          </a:prstGeom>
          <a:noFill/>
          <a:ln w="12700">
            <a:solidFill>
              <a:srgbClr val="BFBFBF"/>
            </a:solidFill>
            <a:prstDash val="dash"/>
          </a:ln>
        </p:spPr>
        <p:txBody>
          <a:bodyPr wrap="square" lIns="54864" tIns="36576" rIns="54864" anchor="ctr">
            <a:noAutofit/>
          </a:bodyPr>
          <a:lstStyle/>
          <a:p>
            <a:pPr algn="ctr">
              <a:defRPr sz="1800" b="1">
                <a:latin typeface="Aptos"/>
              </a:defRPr>
            </a:pPr>
            <a:endParaRPr lang="en-US" sz="1400" dirty="0"/>
          </a:p>
          <a:p>
            <a:pPr algn="ctr">
              <a:defRPr sz="1800" b="1">
                <a:latin typeface="Aptos"/>
              </a:defRPr>
            </a:pPr>
            <a:endParaRPr lang="en-US" dirty="0"/>
          </a:p>
          <a:p>
            <a:pPr algn="ctr">
              <a:defRPr sz="1800" b="1">
                <a:latin typeface="Aptos"/>
              </a:defRPr>
            </a:pPr>
            <a:endParaRPr lang="en-US" sz="1400" dirty="0"/>
          </a:p>
          <a:p>
            <a:pPr algn="ctr">
              <a:defRPr sz="1800" b="1">
                <a:latin typeface="Aptos"/>
              </a:defRPr>
            </a:pPr>
            <a:endParaRPr lang="en-US" sz="1400" dirty="0"/>
          </a:p>
        </p:txBody>
      </p:sp>
      <p:pic>
        <p:nvPicPr>
          <p:cNvPr id="11" name="Picture 10">
            <a:extLst>
              <a:ext uri="{FF2B5EF4-FFF2-40B4-BE49-F238E27FC236}">
                <a16:creationId xmlns:a16="http://schemas.microsoft.com/office/drawing/2014/main" id="{DA22AFE4-D265-5DD1-1E56-1D5920AD8EE3}"/>
              </a:ext>
            </a:extLst>
          </p:cNvPr>
          <p:cNvPicPr>
            <a:picLocks noChangeAspect="1"/>
          </p:cNvPicPr>
          <p:nvPr/>
        </p:nvPicPr>
        <p:blipFill>
          <a:blip r:embed="rId2"/>
          <a:stretch>
            <a:fillRect/>
          </a:stretch>
        </p:blipFill>
        <p:spPr>
          <a:xfrm>
            <a:off x="6453094" y="1225296"/>
            <a:ext cx="5114066" cy="4709158"/>
          </a:xfrm>
          <a:prstGeom prst="rect">
            <a:avLst/>
          </a:prstGeom>
        </p:spPr>
      </p:pic>
    </p:spTree>
    <p:extLst>
      <p:ext uri="{BB962C8B-B14F-4D97-AF65-F5344CB8AC3E}">
        <p14:creationId xmlns:p14="http://schemas.microsoft.com/office/powerpoint/2010/main" val="46357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D76F-8378-D232-3FE3-4A6AB0BF4B92}"/>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C45495C2-BA14-D41C-C129-50A77EBE8D04}"/>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C28CED4A-5028-4DD0-838E-BA873F9BA2A4}"/>
              </a:ext>
            </a:extLst>
          </p:cNvPr>
          <p:cNvSpPr>
            <a:spLocks noGrp="1"/>
          </p:cNvSpPr>
          <p:nvPr>
            <p:ph type="title"/>
          </p:nvPr>
        </p:nvSpPr>
        <p:spPr bwMode="gray">
          <a:xfrm>
            <a:off x="623888" y="620687"/>
            <a:ext cx="10944224" cy="504000"/>
          </a:xfrm>
        </p:spPr>
        <p:txBody>
          <a:bodyPr/>
          <a:lstStyle/>
          <a:p>
            <a:pPr>
              <a:defRPr sz="2800" b="1">
                <a:latin typeface="Aptos Display"/>
              </a:defRPr>
            </a:pPr>
            <a:r>
              <a:rPr dirty="0"/>
              <a:t>Scalability &amp; Conclusion</a:t>
            </a:r>
          </a:p>
        </p:txBody>
      </p:sp>
      <p:sp>
        <p:nvSpPr>
          <p:cNvPr id="2" name="Inhaltsplatzhalter 1">
            <a:extLst>
              <a:ext uri="{FF2B5EF4-FFF2-40B4-BE49-F238E27FC236}">
                <a16:creationId xmlns:a16="http://schemas.microsoft.com/office/drawing/2014/main" id="{AB49FB29-D22C-294E-4C3C-3CA62F06365D}"/>
              </a:ext>
            </a:extLst>
          </p:cNvPr>
          <p:cNvSpPr>
            <a:spLocks noGrp="1"/>
          </p:cNvSpPr>
          <p:nvPr>
            <p:ph idx="1"/>
          </p:nvPr>
        </p:nvSpPr>
        <p:spPr bwMode="gray">
          <a:xfrm>
            <a:off x="623872" y="1108431"/>
            <a:ext cx="10944224" cy="5128881"/>
          </a:xfrm>
        </p:spPr>
        <p:txBody>
          <a:bodyPr/>
          <a:lstStyle/>
          <a:p>
            <a:pPr>
              <a:lnSpc>
                <a:spcPct val="150000"/>
              </a:lnSpc>
            </a:pPr>
            <a:endParaRPr lang="en-US" dirty="0"/>
          </a:p>
          <a:p>
            <a:pPr>
              <a:lnSpc>
                <a:spcPct val="150000"/>
              </a:lnSpc>
            </a:pPr>
            <a:endParaRPr dirty="0"/>
          </a:p>
        </p:txBody>
      </p:sp>
      <p:sp>
        <p:nvSpPr>
          <p:cNvPr id="5" name="Textplatzhalter 4">
            <a:extLst>
              <a:ext uri="{FF2B5EF4-FFF2-40B4-BE49-F238E27FC236}">
                <a16:creationId xmlns:a16="http://schemas.microsoft.com/office/drawing/2014/main" id="{D11A2076-B9BD-803B-BC85-ADE20F5E2798}"/>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endParaRPr lang="en-US" dirty="0"/>
          </a:p>
          <a:p>
            <a:endParaRPr dirty="0"/>
          </a:p>
        </p:txBody>
      </p:sp>
      <p:sp>
        <p:nvSpPr>
          <p:cNvPr id="9" name="TextBox 8"/>
          <p:cNvSpPr txBox="1"/>
          <p:nvPr/>
        </p:nvSpPr>
        <p:spPr>
          <a:xfrm>
            <a:off x="623856" y="1412736"/>
            <a:ext cx="10001472" cy="2942793"/>
          </a:xfrm>
          <a:prstGeom prst="rect">
            <a:avLst/>
          </a:prstGeom>
          <a:noFill/>
        </p:spPr>
        <p:txBody>
          <a:bodyPr wrap="square" lIns="54864" tIns="36576" rIns="54864">
            <a:spAutoFit/>
          </a:bodyPr>
          <a:lstStyle/>
          <a:p>
            <a:pPr>
              <a:spcAft>
                <a:spcPts val="800"/>
              </a:spcAft>
            </a:pPr>
            <a:r>
              <a:rPr sz="1600" b="1" dirty="0">
                <a:latin typeface="Aptos"/>
              </a:rPr>
              <a:t>Current prototype: </a:t>
            </a:r>
            <a:r>
              <a:rPr sz="1600" dirty="0">
                <a:latin typeface="Aptos"/>
              </a:rPr>
              <a:t>QNX-based multi-threaded simulation with four bins and one simulated vehicle.</a:t>
            </a:r>
          </a:p>
          <a:p>
            <a:pPr>
              <a:spcAft>
                <a:spcPts val="800"/>
              </a:spcAft>
            </a:pPr>
            <a:r>
              <a:rPr sz="1600" b="1" dirty="0">
                <a:latin typeface="Aptos"/>
              </a:rPr>
              <a:t>Industrial extension: </a:t>
            </a:r>
            <a:r>
              <a:rPr sz="1600" dirty="0">
                <a:latin typeface="Aptos"/>
              </a:rPr>
              <a:t>Integrate real ultrasonic sensors, GPS/vehicle position, road distance and multiple collection vehicles.</a:t>
            </a:r>
          </a:p>
          <a:p>
            <a:pPr>
              <a:spcAft>
                <a:spcPts val="800"/>
              </a:spcAft>
            </a:pPr>
            <a:r>
              <a:rPr sz="1600" b="1" dirty="0">
                <a:latin typeface="Aptos"/>
              </a:rPr>
              <a:t>RTOS extension: </a:t>
            </a:r>
            <a:r>
              <a:rPr sz="1600" dirty="0">
                <a:latin typeface="Aptos"/>
              </a:rPr>
              <a:t>Add watchdog/fault recovery and formally measure bounded overflow-response latency.</a:t>
            </a:r>
          </a:p>
          <a:p>
            <a:pPr>
              <a:spcAft>
                <a:spcPts val="800"/>
              </a:spcAft>
            </a:pPr>
            <a:r>
              <a:rPr sz="1600" b="1" dirty="0">
                <a:latin typeface="Aptos"/>
              </a:rPr>
              <a:t>Key learning: </a:t>
            </a:r>
            <a:r>
              <a:rPr sz="1600" dirty="0">
                <a:latin typeface="Aptos"/>
              </a:rPr>
              <a:t>The main challenge was coordinating periodic scheduling, shared data and emergency events without race conditions.</a:t>
            </a:r>
          </a:p>
          <a:p>
            <a:pPr>
              <a:spcAft>
                <a:spcPts val="800"/>
              </a:spcAft>
            </a:pPr>
            <a:r>
              <a:rPr sz="1600" b="1" dirty="0">
                <a:latin typeface="Aptos"/>
              </a:rPr>
              <a:t>Closing vision: </a:t>
            </a:r>
            <a:r>
              <a:rPr sz="1600" dirty="0">
                <a:latin typeface="Aptos"/>
              </a:rPr>
              <a:t>A real-time collection system that spends less effort on low-priority bins and reacts immediately to critical overflow conditions.</a:t>
            </a:r>
          </a:p>
        </p:txBody>
      </p:sp>
    </p:spTree>
    <p:extLst>
      <p:ext uri="{BB962C8B-B14F-4D97-AF65-F5344CB8AC3E}">
        <p14:creationId xmlns:p14="http://schemas.microsoft.com/office/powerpoint/2010/main" val="3731999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4FA9-E1B4-8466-BD8D-B0FB99C0ABD0}"/>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58A84091-A99D-82C0-0886-0B8A6DF0D3E8}"/>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BA08878D-F475-89A8-C865-0D7A44D2C273}"/>
              </a:ext>
            </a:extLst>
          </p:cNvPr>
          <p:cNvSpPr>
            <a:spLocks noGrp="1"/>
          </p:cNvSpPr>
          <p:nvPr>
            <p:ph type="title"/>
          </p:nvPr>
        </p:nvSpPr>
        <p:spPr bwMode="gray">
          <a:xfrm>
            <a:off x="623888" y="620687"/>
            <a:ext cx="10944224" cy="504000"/>
          </a:xfrm>
        </p:spPr>
        <p:txBody>
          <a:bodyPr/>
          <a:lstStyle/>
          <a:p>
            <a:r>
              <a:rPr lang="en-US"/>
              <a:t>Resilience &amp; "The Hack" Response</a:t>
            </a:r>
          </a:p>
        </p:txBody>
      </p:sp>
      <p:sp>
        <p:nvSpPr>
          <p:cNvPr id="2" name="Inhaltsplatzhalter 1">
            <a:extLst>
              <a:ext uri="{FF2B5EF4-FFF2-40B4-BE49-F238E27FC236}">
                <a16:creationId xmlns:a16="http://schemas.microsoft.com/office/drawing/2014/main" id="{4A53C17F-FB54-DDFA-4DCA-518E4CC2F963}"/>
              </a:ext>
            </a:extLst>
          </p:cNvPr>
          <p:cNvSpPr>
            <a:spLocks noGrp="1"/>
          </p:cNvSpPr>
          <p:nvPr>
            <p:ph idx="1"/>
          </p:nvPr>
        </p:nvSpPr>
        <p:spPr bwMode="gray">
          <a:xfrm>
            <a:off x="623872" y="1773237"/>
            <a:ext cx="10944224" cy="4464075"/>
          </a:xfrm>
        </p:spPr>
        <p:txBody>
          <a:bodyPr/>
          <a:lstStyle/>
          <a:p>
            <a:pPr>
              <a:lnSpc>
                <a:spcPct val="130000"/>
              </a:lnSpc>
            </a:pPr>
            <a:r>
              <a:rPr lang="en-US" sz="2000" b="1" dirty="0"/>
              <a:t>The Vulnerability:</a:t>
            </a:r>
            <a:r>
              <a:rPr lang="en-US" sz="2000" dirty="0"/>
              <a:t> A bin crosses the 90% fill limit between two 5 s route updates. A fixed periodic schedule would leave the overflow waiting for the next timer tick.</a:t>
            </a:r>
          </a:p>
          <a:p>
            <a:pPr>
              <a:lnSpc>
                <a:spcPct val="130000"/>
              </a:lnSpc>
            </a:pPr>
            <a:r>
              <a:rPr lang="en-US" sz="2000" b="1" dirty="0"/>
              <a:t>Mitigation Strategy:</a:t>
            </a:r>
            <a:r>
              <a:rPr lang="en-US" sz="2000" dirty="0"/>
              <a:t> The Emergency Task (SCHED_FIFO priority 25, the highest) is woken by BIN_READING_PULSE, flags the bin as overflowed and sends OVERRIDE_PULSE. The Route Scheduler recomputes the route immediately instead of waiting for its timer.</a:t>
            </a:r>
          </a:p>
          <a:p>
            <a:pPr>
              <a:lnSpc>
                <a:spcPct val="130000"/>
              </a:lnSpc>
            </a:pPr>
            <a:r>
              <a:rPr lang="en-US" sz="2000" b="1" dirty="0"/>
              <a:t>Recovery Path:</a:t>
            </a:r>
            <a:r>
              <a:rPr lang="en-US" sz="2000" dirty="0"/>
              <a:t> Overflow → OVERRIDE_PULSE → </a:t>
            </a:r>
            <a:r>
              <a:rPr lang="en-US" sz="2000" dirty="0" err="1"/>
              <a:t>recompute_route</a:t>
            </a:r>
            <a:r>
              <a:rPr lang="en-US" sz="2000" dirty="0"/>
              <a:t>(). The overflowed flag stops the same bin being handled twice until the vehicle services and resets it.</a:t>
            </a:r>
          </a:p>
          <a:p>
            <a:pPr>
              <a:lnSpc>
                <a:spcPct val="150000"/>
              </a:lnSpc>
            </a:pPr>
            <a:r>
              <a:rPr lang="en-US" sz="2000" dirty="0"/>
              <a:t> </a:t>
            </a:r>
          </a:p>
        </p:txBody>
      </p:sp>
      <p:sp>
        <p:nvSpPr>
          <p:cNvPr id="4" name="Subtitle 3">
            <a:extLst>
              <a:ext uri="{FF2B5EF4-FFF2-40B4-BE49-F238E27FC236}">
                <a16:creationId xmlns:a16="http://schemas.microsoft.com/office/drawing/2014/main" id="{FE7C20A6-8379-D4F2-FBA3-704928162C1C}"/>
              </a:ext>
            </a:extLst>
          </p:cNvPr>
          <p:cNvSpPr>
            <a:spLocks noGrp="1"/>
          </p:cNvSpPr>
          <p:nvPr>
            <p:ph type="subTitle" idx="16"/>
          </p:nvPr>
        </p:nvSpPr>
        <p:spPr/>
        <p:txBody>
          <a:bodyPr/>
          <a:lstStyle/>
          <a:p>
            <a:endParaRPr lang="en-US" dirty="0"/>
          </a:p>
          <a:p>
            <a:endParaRPr lang="en-IN" dirty="0"/>
          </a:p>
        </p:txBody>
      </p:sp>
    </p:spTree>
    <p:extLst>
      <p:ext uri="{BB962C8B-B14F-4D97-AF65-F5344CB8AC3E}">
        <p14:creationId xmlns:p14="http://schemas.microsoft.com/office/powerpoint/2010/main" val="547057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D557D-1338-93D8-3FB5-22080EDB993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3B4A4F-B72F-D1FB-B7E0-C855B5802EA6}"/>
              </a:ext>
              <a:ext uri="{C183D7F6-B498-43B3-948B-1728B52AA6E4}">
                <adec:decorative xmlns:adec="http://schemas.microsoft.com/office/drawing/2017/decorative" val="1"/>
              </a:ext>
            </a:extLst>
          </p:cNvPr>
          <p:cNvSpPr>
            <a:spLocks noGrp="1"/>
          </p:cNvSpPr>
          <p:nvPr>
            <p:ph type="ftr" sz="quarter" idx="11"/>
          </p:nvPr>
        </p:nvSpPr>
        <p:spPr>
          <a:xfrm>
            <a:off x="623872" y="6525360"/>
            <a:ext cx="5184000" cy="144000"/>
          </a:xfrm>
        </p:spPr>
        <p:txBody>
          <a:bodyPr/>
          <a:lstStyle/>
          <a:p>
            <a:r>
              <a:rPr lang="en-GB"/>
              <a:t>CONFIDENTIAL – SHARED UNDER NDA. DO NOT FORWARD.</a:t>
            </a:r>
          </a:p>
        </p:txBody>
      </p:sp>
      <p:sp>
        <p:nvSpPr>
          <p:cNvPr id="8" name="Text Placeholder 7">
            <a:extLst>
              <a:ext uri="{FF2B5EF4-FFF2-40B4-BE49-F238E27FC236}">
                <a16:creationId xmlns:a16="http://schemas.microsoft.com/office/drawing/2014/main" id="{41A642E5-4AC3-418B-C746-AEEA5449155B}"/>
              </a:ext>
            </a:extLst>
          </p:cNvPr>
          <p:cNvSpPr>
            <a:spLocks noGrp="1"/>
          </p:cNvSpPr>
          <p:nvPr>
            <p:ph type="body" sz="quarter" idx="13"/>
          </p:nvPr>
        </p:nvSpPr>
        <p:spPr>
          <a:xfrm>
            <a:off x="631852" y="1772816"/>
            <a:ext cx="5183999" cy="504056"/>
          </a:xfrm>
        </p:spPr>
        <p:txBody>
          <a:bodyPr/>
          <a:lstStyle/>
          <a:p>
            <a:r>
              <a:rPr lang="en-GB"/>
              <a:t>Section 02.</a:t>
            </a:r>
          </a:p>
        </p:txBody>
      </p:sp>
      <p:sp>
        <p:nvSpPr>
          <p:cNvPr id="4" name="Title 3">
            <a:extLst>
              <a:ext uri="{FF2B5EF4-FFF2-40B4-BE49-F238E27FC236}">
                <a16:creationId xmlns:a16="http://schemas.microsoft.com/office/drawing/2014/main" id="{312A205A-1FAE-A09E-44D1-313D22337EB9}"/>
              </a:ext>
            </a:extLst>
          </p:cNvPr>
          <p:cNvSpPr>
            <a:spLocks noGrp="1"/>
          </p:cNvSpPr>
          <p:nvPr>
            <p:ph type="title"/>
          </p:nvPr>
        </p:nvSpPr>
        <p:spPr>
          <a:xfrm>
            <a:off x="631852" y="2348880"/>
            <a:ext cx="5184000" cy="1223936"/>
          </a:xfrm>
        </p:spPr>
        <p:txBody>
          <a:bodyPr/>
          <a:lstStyle/>
          <a:p>
            <a:r>
              <a:rPr lang="en-GB"/>
              <a:t>Demonstration</a:t>
            </a:r>
          </a:p>
        </p:txBody>
      </p:sp>
    </p:spTree>
    <p:extLst>
      <p:ext uri="{BB962C8B-B14F-4D97-AF65-F5344CB8AC3E}">
        <p14:creationId xmlns:p14="http://schemas.microsoft.com/office/powerpoint/2010/main" val="4069424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8573-C84A-83F4-1C50-1A15F049E709}"/>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DB69A53A-B832-E49D-072C-F7189CBBDAE0}"/>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F5FEC246-0678-518C-D44B-1678663EA76F}"/>
              </a:ext>
            </a:extLst>
          </p:cNvPr>
          <p:cNvSpPr>
            <a:spLocks noGrp="1"/>
          </p:cNvSpPr>
          <p:nvPr>
            <p:ph type="title"/>
          </p:nvPr>
        </p:nvSpPr>
        <p:spPr bwMode="gray">
          <a:xfrm>
            <a:off x="623888" y="620687"/>
            <a:ext cx="10944224" cy="504000"/>
          </a:xfrm>
        </p:spPr>
        <p:txBody>
          <a:bodyPr/>
          <a:lstStyle/>
          <a:p>
            <a:r>
              <a:rPr lang="en-US" dirty="0"/>
              <a:t>Performance Proof</a:t>
            </a:r>
            <a:br>
              <a:rPr lang="en-US" dirty="0"/>
            </a:br>
            <a:r>
              <a:rPr lang="en-US" sz="1400" dirty="0">
                <a:solidFill>
                  <a:schemeClr val="tx1"/>
                </a:solidFill>
              </a:rPr>
              <a:t>Console evidence of route </a:t>
            </a:r>
            <a:r>
              <a:rPr lang="en-US" sz="1400" dirty="0" err="1">
                <a:solidFill>
                  <a:schemeClr val="tx1"/>
                </a:solidFill>
              </a:rPr>
              <a:t>recomputation</a:t>
            </a:r>
            <a:r>
              <a:rPr lang="en-US" sz="1400" dirty="0">
                <a:solidFill>
                  <a:schemeClr val="tx1"/>
                </a:solidFill>
              </a:rPr>
              <a:t> and emergency override response</a:t>
            </a:r>
            <a:br>
              <a:rPr lang="en-US" dirty="0"/>
            </a:br>
            <a:br>
              <a:rPr lang="en-US" dirty="0"/>
            </a:br>
            <a:endParaRPr lang="en-US" dirty="0"/>
          </a:p>
        </p:txBody>
      </p:sp>
      <p:sp>
        <p:nvSpPr>
          <p:cNvPr id="2" name="Inhaltsplatzhalter 1">
            <a:extLst>
              <a:ext uri="{FF2B5EF4-FFF2-40B4-BE49-F238E27FC236}">
                <a16:creationId xmlns:a16="http://schemas.microsoft.com/office/drawing/2014/main" id="{3C408771-586A-C96F-CC2A-DD8D01EBCFA4}"/>
              </a:ext>
            </a:extLst>
          </p:cNvPr>
          <p:cNvSpPr>
            <a:spLocks noGrp="1"/>
          </p:cNvSpPr>
          <p:nvPr>
            <p:ph idx="1"/>
          </p:nvPr>
        </p:nvSpPr>
        <p:spPr bwMode="gray">
          <a:xfrm>
            <a:off x="623872" y="1773237"/>
            <a:ext cx="10944224" cy="2926779"/>
          </a:xfrm>
        </p:spPr>
        <p:txBody>
          <a:bodyPr/>
          <a:lstStyle/>
          <a:p>
            <a:pPr>
              <a:lnSpc>
                <a:spcPct val="150000"/>
              </a:lnSpc>
            </a:pPr>
            <a:r>
              <a:rPr lang="en-US" sz="2000" b="1" dirty="0"/>
              <a:t>System Profiler Screenshot:</a:t>
            </a:r>
            <a:r>
              <a:rPr lang="en-US" sz="2000" dirty="0"/>
              <a:t> </a:t>
            </a:r>
            <a:r>
              <a:rPr lang="en-US" sz="2000" b="1" dirty="0"/>
              <a:t>(Mandatory)</a:t>
            </a:r>
            <a:r>
              <a:rPr lang="en-US" sz="2000" dirty="0"/>
              <a:t>. Show the CPU usage and thread timing.</a:t>
            </a:r>
          </a:p>
          <a:p>
            <a:pPr>
              <a:lnSpc>
                <a:spcPct val="150000"/>
              </a:lnSpc>
            </a:pPr>
            <a:r>
              <a:rPr lang="en-US" sz="2000" b="1" dirty="0"/>
              <a:t>Latency Benchmarks:</a:t>
            </a:r>
            <a:r>
              <a:rPr lang="en-US" sz="2000" dirty="0"/>
              <a:t> Present your final data for the Key Metric (e.g., </a:t>
            </a:r>
            <a:r>
              <a:rPr lang="en-US" sz="2000" i="1" dirty="0"/>
              <a:t>"Stable 40µs interrupt response under 90% load"</a:t>
            </a:r>
            <a:r>
              <a:rPr lang="en-US" sz="2000" dirty="0"/>
              <a:t>).</a:t>
            </a:r>
          </a:p>
          <a:p>
            <a:pPr>
              <a:lnSpc>
                <a:spcPct val="150000"/>
              </a:lnSpc>
            </a:pPr>
            <a:r>
              <a:rPr lang="en-US" sz="2000" b="1" dirty="0"/>
              <a:t>Analysis:</a:t>
            </a:r>
            <a:r>
              <a:rPr lang="en-US" sz="2000" dirty="0"/>
              <a:t> One sentence on what the data proves about your system's determinism.</a:t>
            </a:r>
          </a:p>
          <a:p>
            <a:pPr>
              <a:lnSpc>
                <a:spcPct val="150000"/>
              </a:lnSpc>
            </a:pPr>
            <a:endParaRPr lang="en-US" sz="2000" dirty="0"/>
          </a:p>
        </p:txBody>
      </p:sp>
      <p:sp>
        <p:nvSpPr>
          <p:cNvPr id="4" name="Subtitle 3">
            <a:extLst>
              <a:ext uri="{FF2B5EF4-FFF2-40B4-BE49-F238E27FC236}">
                <a16:creationId xmlns:a16="http://schemas.microsoft.com/office/drawing/2014/main" id="{99E61258-F087-921F-1272-FD8F21AAAE85}"/>
              </a:ext>
            </a:extLst>
          </p:cNvPr>
          <p:cNvSpPr>
            <a:spLocks noGrp="1"/>
          </p:cNvSpPr>
          <p:nvPr>
            <p:ph type="subTitle" idx="16"/>
          </p:nvPr>
        </p:nvSpPr>
        <p:spPr/>
        <p:txBody>
          <a:bodyPr/>
          <a:lstStyle/>
          <a:p>
            <a:endParaRPr lang="en-US" dirty="0"/>
          </a:p>
          <a:p>
            <a:endParaRPr lang="en-US" dirty="0"/>
          </a:p>
        </p:txBody>
      </p:sp>
    </p:spTree>
    <p:extLst>
      <p:ext uri="{BB962C8B-B14F-4D97-AF65-F5344CB8AC3E}">
        <p14:creationId xmlns:p14="http://schemas.microsoft.com/office/powerpoint/2010/main" val="4182064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2E4B-7197-3A3C-E03F-66700509570B}"/>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8AC11669-91EA-0309-B693-5A9D14B31209}"/>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DE560B0F-5E1F-099E-862A-D3AB54637B2A}"/>
              </a:ext>
            </a:extLst>
          </p:cNvPr>
          <p:cNvSpPr>
            <a:spLocks noGrp="1"/>
          </p:cNvSpPr>
          <p:nvPr>
            <p:ph type="title"/>
          </p:nvPr>
        </p:nvSpPr>
        <p:spPr bwMode="gray">
          <a:xfrm>
            <a:off x="623888" y="620687"/>
            <a:ext cx="10944224" cy="504000"/>
          </a:xfrm>
        </p:spPr>
        <p:txBody>
          <a:bodyPr/>
          <a:lstStyle/>
          <a:p>
            <a:r>
              <a:rPr lang="en-US"/>
              <a:t>Future Scalability &amp; Conclusion</a:t>
            </a:r>
          </a:p>
        </p:txBody>
      </p:sp>
      <p:sp>
        <p:nvSpPr>
          <p:cNvPr id="2" name="Inhaltsplatzhalter 1">
            <a:extLst>
              <a:ext uri="{FF2B5EF4-FFF2-40B4-BE49-F238E27FC236}">
                <a16:creationId xmlns:a16="http://schemas.microsoft.com/office/drawing/2014/main" id="{072D63FE-A3D7-3075-FA60-BD2F81A3FF01}"/>
              </a:ext>
            </a:extLst>
          </p:cNvPr>
          <p:cNvSpPr>
            <a:spLocks noGrp="1"/>
          </p:cNvSpPr>
          <p:nvPr>
            <p:ph idx="1"/>
          </p:nvPr>
        </p:nvSpPr>
        <p:spPr bwMode="gray">
          <a:xfrm>
            <a:off x="623872" y="1463041"/>
            <a:ext cx="10944224" cy="4774272"/>
          </a:xfrm>
        </p:spPr>
        <p:txBody>
          <a:bodyPr/>
          <a:lstStyle/>
          <a:p>
            <a:pPr>
              <a:lnSpc>
                <a:spcPct val="130000"/>
              </a:lnSpc>
            </a:pPr>
            <a:r>
              <a:rPr lang="en-US" sz="2000" b="1" dirty="0"/>
              <a:t>Innovation Arbitrage:</a:t>
            </a:r>
            <a:r>
              <a:rPr lang="en-US" sz="2000" dirty="0"/>
              <a:t> Replace the simulated bins with real ultrasonic fill sensors, add GPS vehicle position and road distance, and support multiple collection vehicles. QNX priority scheduling and pulses carry over to industrial and automotive-grade systems.</a:t>
            </a:r>
          </a:p>
          <a:p>
            <a:pPr>
              <a:lnSpc>
                <a:spcPct val="130000"/>
              </a:lnSpc>
            </a:pPr>
            <a:r>
              <a:rPr lang="en-US" sz="2000" b="1" dirty="0"/>
              <a:t>RTOS Extension:</a:t>
            </a:r>
            <a:r>
              <a:rPr lang="en-US" sz="2000" dirty="0"/>
              <a:t> Add watchdog and fault recovery, and formally measure the bounded overflow-response latency.</a:t>
            </a:r>
          </a:p>
          <a:p>
            <a:pPr>
              <a:lnSpc>
                <a:spcPct val="130000"/>
              </a:lnSpc>
            </a:pPr>
            <a:r>
              <a:rPr lang="en-US" sz="2000" b="1" dirty="0"/>
              <a:t>Learning Outcome:</a:t>
            </a:r>
            <a:r>
              <a:rPr lang="en-US" sz="2000" dirty="0"/>
              <a:t> The main challenge was coordinating periodic scheduling, shared data and emergency events without race conditions.</a:t>
            </a:r>
          </a:p>
          <a:p>
            <a:pPr>
              <a:lnSpc>
                <a:spcPct val="130000"/>
              </a:lnSpc>
            </a:pPr>
            <a:r>
              <a:rPr lang="en-US" sz="2000" b="1" dirty="0"/>
              <a:t>Closing Statement:</a:t>
            </a:r>
            <a:r>
              <a:rPr lang="en-US" sz="2000" dirty="0"/>
              <a:t> A real-time collection system that spends less effort on low-priority bins and reacts immediately to critical overflow.</a:t>
            </a:r>
          </a:p>
          <a:p>
            <a:pPr>
              <a:lnSpc>
                <a:spcPct val="150000"/>
              </a:lnSpc>
            </a:pPr>
            <a:r>
              <a:rPr lang="en-US" sz="2000" dirty="0"/>
              <a:t> </a:t>
            </a:r>
          </a:p>
        </p:txBody>
      </p:sp>
      <p:sp>
        <p:nvSpPr>
          <p:cNvPr id="5" name="Textplatzhalter 4">
            <a:extLst>
              <a:ext uri="{FF2B5EF4-FFF2-40B4-BE49-F238E27FC236}">
                <a16:creationId xmlns:a16="http://schemas.microsoft.com/office/drawing/2014/main" id="{E5EA6187-0A8F-3277-8574-1CD3CFA4A1A2}"/>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endParaRPr lang="en-US" dirty="0"/>
          </a:p>
          <a:p>
            <a:endParaRPr lang="en-US" dirty="0"/>
          </a:p>
        </p:txBody>
      </p:sp>
    </p:spTree>
    <p:extLst>
      <p:ext uri="{BB962C8B-B14F-4D97-AF65-F5344CB8AC3E}">
        <p14:creationId xmlns:p14="http://schemas.microsoft.com/office/powerpoint/2010/main" val="3450838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FB83D3-8BEC-C8E9-61AE-918D1ACB6265}"/>
              </a:ext>
            </a:extLst>
          </p:cNvPr>
          <p:cNvSpPr>
            <a:spLocks noGrp="1"/>
          </p:cNvSpPr>
          <p:nvPr>
            <p:ph type="title"/>
          </p:nvPr>
        </p:nvSpPr>
        <p:spPr>
          <a:xfrm>
            <a:off x="3503613" y="2913719"/>
            <a:ext cx="2880522" cy="1008112"/>
          </a:xfrm>
        </p:spPr>
        <p:txBody>
          <a:bodyPr/>
          <a:lstStyle/>
          <a:p>
            <a:r>
              <a:rPr lang="en-GB"/>
              <a:t>Thank you</a:t>
            </a:r>
          </a:p>
        </p:txBody>
      </p:sp>
      <p:sp>
        <p:nvSpPr>
          <p:cNvPr id="8" name="Footer Placeholder 7">
            <a:extLst>
              <a:ext uri="{FF2B5EF4-FFF2-40B4-BE49-F238E27FC236}">
                <a16:creationId xmlns:a16="http://schemas.microsoft.com/office/drawing/2014/main" id="{D2743000-BA40-E5A8-8404-62F2214C5AD6}"/>
              </a:ext>
            </a:extLst>
          </p:cNvPr>
          <p:cNvSpPr>
            <a:spLocks noGrp="1"/>
          </p:cNvSpPr>
          <p:nvPr>
            <p:ph type="ftr" sz="quarter" idx="14"/>
          </p:nvPr>
        </p:nvSpPr>
        <p:spPr>
          <a:xfrm>
            <a:off x="623872" y="6525360"/>
            <a:ext cx="5184000" cy="144000"/>
          </a:xfrm>
        </p:spPr>
        <p:txBody>
          <a:bodyPr/>
          <a:lstStyle/>
          <a:p>
            <a:r>
              <a:rPr lang="en-GB"/>
              <a:t>CONFIDENTIAL – SHARED UNDER NDA. DO NOT FORWARD.</a:t>
            </a:r>
          </a:p>
        </p:txBody>
      </p:sp>
      <p:sp>
        <p:nvSpPr>
          <p:cNvPr id="18" name="Date Placeholder 17">
            <a:extLst>
              <a:ext uri="{FF2B5EF4-FFF2-40B4-BE49-F238E27FC236}">
                <a16:creationId xmlns:a16="http://schemas.microsoft.com/office/drawing/2014/main" id="{73D82FE5-44B7-1F78-1D46-19EFDB1B22ED}"/>
              </a:ext>
            </a:extLst>
          </p:cNvPr>
          <p:cNvSpPr>
            <a:spLocks noGrp="1"/>
          </p:cNvSpPr>
          <p:nvPr>
            <p:ph type="dt" sz="half" idx="2"/>
          </p:nvPr>
        </p:nvSpPr>
        <p:spPr>
          <a:xfrm>
            <a:off x="8688288" y="6525360"/>
            <a:ext cx="2304000" cy="144000"/>
          </a:xfrm>
        </p:spPr>
        <p:txBody>
          <a:bodyPr/>
          <a:lstStyle/>
          <a:p>
            <a:r>
              <a:rPr lang="de-DE"/>
              <a:t>© 2026 BlackBerry Limited. All rights reserved.</a:t>
            </a:r>
            <a:endParaRPr lang="en-US"/>
          </a:p>
        </p:txBody>
      </p:sp>
    </p:spTree>
    <p:extLst>
      <p:ext uri="{BB962C8B-B14F-4D97-AF65-F5344CB8AC3E}">
        <p14:creationId xmlns:p14="http://schemas.microsoft.com/office/powerpoint/2010/main" val="1166208466"/>
      </p:ext>
    </p:extLst>
  </p:cSld>
  <p:clrMapOvr>
    <a:masterClrMapping/>
  </p:clrMapOvr>
</p:sld>
</file>

<file path=ppt/theme/theme1.xml><?xml version="1.0" encoding="utf-8"?>
<a:theme xmlns:a="http://schemas.openxmlformats.org/drawingml/2006/main" name="QNX | Light">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dirty="0" smtClean="0"/>
        </a:defPPr>
      </a:lstStyle>
    </a:txDef>
  </a:objectDefaults>
  <a:extraClrSchemeLst/>
  <a:custClrLst>
    <a:custClr name="Sand">
      <a:srgbClr val="F4EBE1"/>
    </a:custClr>
    <a:custClr name="Light Sand">
      <a:srgbClr val="FBF8F4"/>
    </a:custClr>
    <a:custClr name="-">
      <a:srgbClr val="FFFFFF"/>
    </a:custClr>
    <a:custClr name="Gray 1">
      <a:srgbClr val="C0C0BB"/>
    </a:custClr>
    <a:custClr name="Gray 2">
      <a:srgbClr val="8F8F8B"/>
    </a:custClr>
    <a:custClr name="Gray 3">
      <a:srgbClr val="5E5D5A"/>
    </a:custClr>
    <a:custClr name="-">
      <a:srgbClr val="FFFFFF"/>
    </a:custClr>
    <a:custClr name="Energizer Purple">
      <a:srgbClr val="8C62FF"/>
    </a:custClr>
    <a:custClr name="-">
      <a:srgbClr val="FFFFFF"/>
    </a:custClr>
    <a:custClr name="-">
      <a:srgbClr val="FFFFFF"/>
    </a:custClr>
    <a:custClr name="Sand - Dark">
      <a:srgbClr val="232729"/>
    </a:custClr>
    <a:custClr name="Light Sand - Dark">
      <a:srgbClr val="2C3032"/>
    </a:custClr>
    <a:custClr name="-">
      <a:srgbClr val="FFFFFF"/>
    </a:custClr>
    <a:custClr name="Light Coral 1">
      <a:srgbClr val="FEDBD0"/>
    </a:custClr>
    <a:custClr name="Light Coral 2">
      <a:srgbClr val="FFB29D"/>
    </a:custClr>
    <a:custClr name="Light Coral 3">
      <a:srgbClr val="FF806B"/>
    </a:custClr>
    <a:custClr name="-">
      <a:srgbClr val="FFFFFF"/>
    </a:custClr>
    <a:custClr name="Status Red - Loss">
      <a:srgbClr val="E4203C"/>
    </a:custClr>
    <a:custClr name="Status Orange - Neutral">
      <a:srgbClr val="FFBE5B"/>
    </a:custClr>
    <a:custClr name="Status Green - Gain">
      <a:srgbClr val="06CA5F"/>
    </a:custClr>
  </a:custClrLst>
  <a:extLst>
    <a:ext uri="{05A4C25C-085E-4340-85A3-A5531E510DB2}">
      <thm15:themeFamily xmlns:thm15="http://schemas.microsoft.com/office/thememl/2012/main" name="K16_QNX_PPT_Master_2026_V03.potx" id="{00A498C5-A42D-4DFA-95B8-06777FDB4777}" vid="{191C710F-D422-4B8C-9A81-2A40F20F48DE}"/>
    </a:ext>
  </a:extLst>
</a:theme>
</file>

<file path=ppt/theme/theme2.xml><?xml version="1.0" encoding="utf-8"?>
<a:theme xmlns:a="http://schemas.openxmlformats.org/drawingml/2006/main" name="QNX | Dark">
  <a:themeElements>
    <a:clrScheme name="QNX Dark">
      <a:dk1>
        <a:srgbClr val="FFFFFF"/>
      </a:dk1>
      <a:lt1>
        <a:srgbClr val="181C1E"/>
      </a:lt1>
      <a:dk2>
        <a:srgbClr val="232729"/>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dirty="0" smtClean="0"/>
        </a:defPPr>
      </a:lstStyle>
    </a:txDef>
  </a:objectDefaults>
  <a:extraClrSchemeLst/>
  <a:custClrLst>
    <a:custClr name="Sand">
      <a:srgbClr val="F4EBE1"/>
    </a:custClr>
    <a:custClr name="Light Sand">
      <a:srgbClr val="FBF8F4"/>
    </a:custClr>
    <a:custClr name="-">
      <a:srgbClr val="FFFFFF"/>
    </a:custClr>
    <a:custClr name="Gray 1">
      <a:srgbClr val="C0C0BB"/>
    </a:custClr>
    <a:custClr name="Gray 2">
      <a:srgbClr val="8F8F8B"/>
    </a:custClr>
    <a:custClr name="Gray 3">
      <a:srgbClr val="5E5D5A"/>
    </a:custClr>
    <a:custClr name="-">
      <a:srgbClr val="FFFFFF"/>
    </a:custClr>
    <a:custClr name="Energizer Purple">
      <a:srgbClr val="8C62FF"/>
    </a:custClr>
    <a:custClr name="-">
      <a:srgbClr val="FFFFFF"/>
    </a:custClr>
    <a:custClr name="-">
      <a:srgbClr val="FFFFFF"/>
    </a:custClr>
    <a:custClr name="Sand - Dark">
      <a:srgbClr val="232729"/>
    </a:custClr>
    <a:custClr name="Light Sand - Dark">
      <a:srgbClr val="2C3032"/>
    </a:custClr>
    <a:custClr name="-">
      <a:srgbClr val="FFFFFF"/>
    </a:custClr>
    <a:custClr name="Light Coral 1">
      <a:srgbClr val="FEDBD0"/>
    </a:custClr>
    <a:custClr name="Light Coral 2">
      <a:srgbClr val="FFB29D"/>
    </a:custClr>
    <a:custClr name="Light Coral 3">
      <a:srgbClr val="FF806B"/>
    </a:custClr>
    <a:custClr name="-">
      <a:srgbClr val="FFFFFF"/>
    </a:custClr>
    <a:custClr name="Status Red - Loss">
      <a:srgbClr val="E4203C"/>
    </a:custClr>
    <a:custClr name="Status Orange - Neutral">
      <a:srgbClr val="FFBE5B"/>
    </a:custClr>
    <a:custClr name="Status Green - Gain">
      <a:srgbClr val="06CA5F"/>
    </a:custClr>
  </a:custClrLst>
  <a:extLst>
    <a:ext uri="{05A4C25C-085E-4340-85A3-A5531E510DB2}">
      <thm15:themeFamily xmlns:thm15="http://schemas.microsoft.com/office/thememl/2012/main" name="K16_QNX_PPT_Master_2026_V03.potx" id="{00A498C5-A42D-4DFA-95B8-06777FDB4777}" vid="{0B09E0BA-3578-4178-9FA4-24CF5A7153F7}"/>
    </a:ext>
  </a:extLst>
</a:theme>
</file>

<file path=ppt/theme/theme3.xml><?xml version="1.0" encoding="utf-8"?>
<a:theme xmlns:a="http://schemas.openxmlformats.org/drawingml/2006/main" name="Office">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815C3AF597C064C8EACF7750A706AA1" ma:contentTypeVersion="14" ma:contentTypeDescription="Create a new document." ma:contentTypeScope="" ma:versionID="cd31ca2f014878da71db5851bb8335d6">
  <xsd:schema xmlns:xsd="http://www.w3.org/2001/XMLSchema" xmlns:xs="http://www.w3.org/2001/XMLSchema" xmlns:p="http://schemas.microsoft.com/office/2006/metadata/properties" xmlns:ns2="74d07cac-c1cc-4baf-be88-9058bb44268e" xmlns:ns3="0b5c48a3-1058-4d9c-8878-41c52406cd7e" targetNamespace="http://schemas.microsoft.com/office/2006/metadata/properties" ma:root="true" ma:fieldsID="88b2ae059b7f33d05a05ea6f6b017691" ns2:_="" ns3:_="">
    <xsd:import namespace="74d07cac-c1cc-4baf-be88-9058bb44268e"/>
    <xsd:import namespace="0b5c48a3-1058-4d9c-8878-41c52406cd7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7cac-c1cc-4baf-be88-9058bb4426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efbd4aa-c6d2-4b2d-b985-fe2a529cec1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5c48a3-1058-4d9c-8878-41c52406cd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7d58ce0-b206-49ce-abeb-3aa62a3aba60}" ma:internalName="TaxCatchAll" ma:showField="CatchAllData" ma:web="0b5c48a3-1058-4d9c-8878-41c52406cd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b5c48a3-1058-4d9c-8878-41c52406cd7e" xsi:nil="true"/>
    <lcf76f155ced4ddcb4097134ff3c332f xmlns="74d07cac-c1cc-4baf-be88-9058bb44268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A1C58F7-F9BC-44EA-BC5B-345288656FBC}">
  <ds:schemaRefs>
    <ds:schemaRef ds:uri="http://schemas.microsoft.com/sharepoint/v3/contenttype/forms"/>
  </ds:schemaRefs>
</ds:datastoreItem>
</file>

<file path=customXml/itemProps2.xml><?xml version="1.0" encoding="utf-8"?>
<ds:datastoreItem xmlns:ds="http://schemas.openxmlformats.org/officeDocument/2006/customXml" ds:itemID="{1F71049C-BB68-45C5-8689-81436DCA4406}">
  <ds:schemaRefs>
    <ds:schemaRef ds:uri="0b5c48a3-1058-4d9c-8878-41c52406cd7e"/>
    <ds:schemaRef ds:uri="74d07cac-c1cc-4baf-be88-9058bb4426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5BF049E-CC88-4DF7-A165-CA575467262C}">
  <ds:schemaRefs>
    <ds:schemaRef ds:uri="0b5c48a3-1058-4d9c-8878-41c52406cd7e"/>
    <ds:schemaRef ds:uri="74d07cac-c1cc-4baf-be88-9058bb44268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K16_QNX_PPT_Master_2026_V03</Template>
  <TotalTime>65</TotalTime>
  <Words>1028</Words>
  <Application>Microsoft Office PowerPoint</Application>
  <PresentationFormat>Widescreen</PresentationFormat>
  <Paragraphs>85</Paragraphs>
  <Slides>12</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Arial</vt:lpstr>
      <vt:lpstr>Onest</vt:lpstr>
      <vt:lpstr>Onest Medium</vt:lpstr>
      <vt:lpstr>Onest SemiBold</vt:lpstr>
      <vt:lpstr>Symbol</vt:lpstr>
      <vt:lpstr>Wingdings</vt:lpstr>
      <vt:lpstr>QNX | Light</vt:lpstr>
      <vt:lpstr>QNX | Dark</vt:lpstr>
      <vt:lpstr>State Level Hackathon</vt:lpstr>
      <vt:lpstr>Problem Synthesis &amp; Scenario</vt:lpstr>
      <vt:lpstr>Design and Execution</vt:lpstr>
      <vt:lpstr>Technical Execution: Logic &amp; Route Algorithm</vt:lpstr>
      <vt:lpstr>Resilience &amp; Emergency Override</vt:lpstr>
      <vt:lpstr>Performance Proof &amp; Demonstration</vt:lpstr>
      <vt:lpstr>Scalability &amp; Conclusion</vt:lpstr>
      <vt:lpstr>Resilience &amp; "The Hack" Response</vt:lpstr>
      <vt:lpstr>Demonstration</vt:lpstr>
      <vt:lpstr>Performance Proof Console evidence of route recomputation and emergency override response  </vt:lpstr>
      <vt:lpstr>Future Scalability &amp; Conclusion</vt:lpstr>
      <vt:lpstr>Thank you</vt:lpstr>
    </vt:vector>
  </TitlesOfParts>
  <Company>BlackBerry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jharley@qnx.com</dc:creator>
  <dc:description>Optimized for MS Office 365</dc:description>
  <cp:lastModifiedBy>Ganta Manjusrilakshmi</cp:lastModifiedBy>
  <cp:revision>15</cp:revision>
  <dcterms:created xsi:type="dcterms:W3CDTF">2026-03-27T14:44:28Z</dcterms:created>
  <dcterms:modified xsi:type="dcterms:W3CDTF">2026-10-09T14:35:35Z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0x0101004815C3AF597C064C8EACF7750A706AA1</vt:lpwstr>
  </property>
  <property fmtid="{D5CDD505-2E9C-101B-9397-08002B2CF9AE}" pid="3" name="MediaServiceImageTags">
    <vt:lpwstr/>
  </property>
</Properties>
</file>